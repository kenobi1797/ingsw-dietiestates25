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62" r:id="rId8"/>
    <p:sldId id="260" r:id="rId9"/>
    <p:sldId id="261" r:id="rId10"/>
    <p:sldId id="263" r:id="rId11"/>
    <p:sldId id="265" r:id="rId12"/>
    <p:sldId id="266" r:id="rId13"/>
    <p:sldId id="267" r:id="rId14"/>
    <p:sldId id="270" r:id="rId15"/>
    <p:sldId id="268" r:id="rId16"/>
    <p:sldId id="269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C5E162-B79E-B815-CCF6-35AA448A6EF5}" name="GIUSEPPE DI MARTINO" initials="GD" userId="S::giuseppe.dimartino10@studenti.unina.it::1db05e77-0cf9-4d32-8200-3e85442b935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3D23E-1EC3-463C-9D8D-14D2503531FD}" v="1786" dt="2025-11-11T17:53:23.334"/>
    <p1510:client id="{7BFC68F8-2725-4571-8320-59599294D6D8}" v="90" dt="2025-11-11T13:01:30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DI PIERNO" userId="96ec1552-4620-4b81-ac9e-de02e09258ce" providerId="ADAL" clId="{66C026AB-63B3-45A9-9B8F-2693FEA348EC}"/>
    <pc:docChg chg="undo custSel mod modSld sldOrd">
      <pc:chgData name="FABIO DI PIERNO" userId="96ec1552-4620-4b81-ac9e-de02e09258ce" providerId="ADAL" clId="{66C026AB-63B3-45A9-9B8F-2693FEA348EC}" dt="2025-11-11T13:01:30.780" v="131"/>
      <pc:docMkLst>
        <pc:docMk/>
      </pc:docMkLst>
      <pc:sldChg chg="delSp modSp mod">
        <pc:chgData name="FABIO DI PIERNO" userId="96ec1552-4620-4b81-ac9e-de02e09258ce" providerId="ADAL" clId="{66C026AB-63B3-45A9-9B8F-2693FEA348EC}" dt="2025-11-11T10:26:11.396" v="42" actId="122"/>
        <pc:sldMkLst>
          <pc:docMk/>
          <pc:sldMk cId="153461689" sldId="256"/>
        </pc:sldMkLst>
        <pc:spChg chg="mod">
          <ac:chgData name="FABIO DI PIERNO" userId="96ec1552-4620-4b81-ac9e-de02e09258ce" providerId="ADAL" clId="{66C026AB-63B3-45A9-9B8F-2693FEA348EC}" dt="2025-11-11T07:26:11.957" v="24" actId="120"/>
          <ac:spMkLst>
            <pc:docMk/>
            <pc:sldMk cId="153461689" sldId="256"/>
            <ac:spMk id="3" creationId="{F2A95ECA-37BF-50D7-D84C-E772E904AE3E}"/>
          </ac:spMkLst>
        </pc:spChg>
        <pc:spChg chg="del mod">
          <ac:chgData name="FABIO DI PIERNO" userId="96ec1552-4620-4b81-ac9e-de02e09258ce" providerId="ADAL" clId="{66C026AB-63B3-45A9-9B8F-2693FEA348EC}" dt="2025-11-11T07:24:22.032" v="7" actId="478"/>
          <ac:spMkLst>
            <pc:docMk/>
            <pc:sldMk cId="153461689" sldId="256"/>
            <ac:spMk id="6" creationId="{CD1D84CB-BBC8-9EA0-D1CC-A2DD67731DFA}"/>
          </ac:spMkLst>
        </pc:spChg>
        <pc:spChg chg="mod">
          <ac:chgData name="FABIO DI PIERNO" userId="96ec1552-4620-4b81-ac9e-de02e09258ce" providerId="ADAL" clId="{66C026AB-63B3-45A9-9B8F-2693FEA348EC}" dt="2025-11-11T07:25:55.904" v="22" actId="27636"/>
          <ac:spMkLst>
            <pc:docMk/>
            <pc:sldMk cId="153461689" sldId="256"/>
            <ac:spMk id="8" creationId="{70F8CD09-AB43-3748-D1A4-96EBCB82F453}"/>
          </ac:spMkLst>
        </pc:spChg>
        <pc:spChg chg="mod">
          <ac:chgData name="FABIO DI PIERNO" userId="96ec1552-4620-4b81-ac9e-de02e09258ce" providerId="ADAL" clId="{66C026AB-63B3-45A9-9B8F-2693FEA348EC}" dt="2025-11-11T10:26:11.396" v="42" actId="122"/>
          <ac:spMkLst>
            <pc:docMk/>
            <pc:sldMk cId="153461689" sldId="256"/>
            <ac:spMk id="13" creationId="{4305EF47-09A7-F678-B56A-193FE00793EB}"/>
          </ac:spMkLst>
        </pc:spChg>
      </pc:sldChg>
      <pc:sldChg chg="modSp mod">
        <pc:chgData name="FABIO DI PIERNO" userId="96ec1552-4620-4b81-ac9e-de02e09258ce" providerId="ADAL" clId="{66C026AB-63B3-45A9-9B8F-2693FEA348EC}" dt="2025-11-11T12:49:02.032" v="70" actId="14100"/>
        <pc:sldMkLst>
          <pc:docMk/>
          <pc:sldMk cId="0" sldId="257"/>
        </pc:sldMkLst>
        <pc:spChg chg="mod">
          <ac:chgData name="FABIO DI PIERNO" userId="96ec1552-4620-4b81-ac9e-de02e09258ce" providerId="ADAL" clId="{66C026AB-63B3-45A9-9B8F-2693FEA348EC}" dt="2025-11-11T12:49:02.032" v="70" actId="14100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FABIO DI PIERNO" userId="96ec1552-4620-4b81-ac9e-de02e09258ce" providerId="ADAL" clId="{66C026AB-63B3-45A9-9B8F-2693FEA348EC}" dt="2025-11-11T12:57:32.049" v="129" actId="20577"/>
        <pc:sldMkLst>
          <pc:docMk/>
          <pc:sldMk cId="0" sldId="258"/>
        </pc:sldMkLst>
        <pc:spChg chg="mod">
          <ac:chgData name="FABIO DI PIERNO" userId="96ec1552-4620-4b81-ac9e-de02e09258ce" providerId="ADAL" clId="{66C026AB-63B3-45A9-9B8F-2693FEA348EC}" dt="2025-11-11T12:55:36.530" v="90" actId="20577"/>
          <ac:spMkLst>
            <pc:docMk/>
            <pc:sldMk cId="0" sldId="258"/>
            <ac:spMk id="16" creationId="{C4F4ACF4-0AFC-6012-AA11-6B8A5AA28CD8}"/>
          </ac:spMkLst>
        </pc:spChg>
        <pc:spChg chg="mod">
          <ac:chgData name="FABIO DI PIERNO" userId="96ec1552-4620-4b81-ac9e-de02e09258ce" providerId="ADAL" clId="{66C026AB-63B3-45A9-9B8F-2693FEA348EC}" dt="2025-11-11T12:57:32.049" v="129" actId="20577"/>
          <ac:spMkLst>
            <pc:docMk/>
            <pc:sldMk cId="0" sldId="258"/>
            <ac:spMk id="18" creationId="{279EAA40-83D4-71C3-8F47-305DED38906D}"/>
          </ac:spMkLst>
        </pc:spChg>
      </pc:sldChg>
      <pc:sldChg chg="modSp mod">
        <pc:chgData name="FABIO DI PIERNO" userId="96ec1552-4620-4b81-ac9e-de02e09258ce" providerId="ADAL" clId="{66C026AB-63B3-45A9-9B8F-2693FEA348EC}" dt="2025-11-11T10:30:18.315" v="43" actId="14100"/>
        <pc:sldMkLst>
          <pc:docMk/>
          <pc:sldMk cId="88442815" sldId="260"/>
        </pc:sldMkLst>
        <pc:spChg chg="mod">
          <ac:chgData name="FABIO DI PIERNO" userId="96ec1552-4620-4b81-ac9e-de02e09258ce" providerId="ADAL" clId="{66C026AB-63B3-45A9-9B8F-2693FEA348EC}" dt="2025-11-11T10:30:18.315" v="43" actId="14100"/>
          <ac:spMkLst>
            <pc:docMk/>
            <pc:sldMk cId="88442815" sldId="260"/>
            <ac:spMk id="9" creationId="{2CD806BE-720D-C804-1BEF-3AE8C04308BE}"/>
          </ac:spMkLst>
        </pc:spChg>
      </pc:sldChg>
      <pc:sldChg chg="modSp mod">
        <pc:chgData name="FABIO DI PIERNO" userId="96ec1552-4620-4b81-ac9e-de02e09258ce" providerId="ADAL" clId="{66C026AB-63B3-45A9-9B8F-2693FEA348EC}" dt="2025-11-11T10:32:34.809" v="47" actId="1076"/>
        <pc:sldMkLst>
          <pc:docMk/>
          <pc:sldMk cId="367499950" sldId="261"/>
        </pc:sldMkLst>
        <pc:spChg chg="mod">
          <ac:chgData name="FABIO DI PIERNO" userId="96ec1552-4620-4b81-ac9e-de02e09258ce" providerId="ADAL" clId="{66C026AB-63B3-45A9-9B8F-2693FEA348EC}" dt="2025-11-11T10:32:09.700" v="44" actId="14100"/>
          <ac:spMkLst>
            <pc:docMk/>
            <pc:sldMk cId="367499950" sldId="261"/>
            <ac:spMk id="11" creationId="{C42C3AC8-8952-EDDB-89D6-BC39D3883BA3}"/>
          </ac:spMkLst>
        </pc:spChg>
        <pc:spChg chg="mod">
          <ac:chgData name="FABIO DI PIERNO" userId="96ec1552-4620-4b81-ac9e-de02e09258ce" providerId="ADAL" clId="{66C026AB-63B3-45A9-9B8F-2693FEA348EC}" dt="2025-11-11T10:32:27.024" v="45" actId="1076"/>
          <ac:spMkLst>
            <pc:docMk/>
            <pc:sldMk cId="367499950" sldId="261"/>
            <ac:spMk id="15" creationId="{772D7FFD-EA22-C86C-4E90-72A277A6C26B}"/>
          </ac:spMkLst>
        </pc:spChg>
        <pc:spChg chg="mod">
          <ac:chgData name="FABIO DI PIERNO" userId="96ec1552-4620-4b81-ac9e-de02e09258ce" providerId="ADAL" clId="{66C026AB-63B3-45A9-9B8F-2693FEA348EC}" dt="2025-11-11T10:32:34.809" v="47" actId="1076"/>
          <ac:spMkLst>
            <pc:docMk/>
            <pc:sldMk cId="367499950" sldId="261"/>
            <ac:spMk id="16" creationId="{C1F3B7B3-7E9C-DF33-741B-A674FD89177C}"/>
          </ac:spMkLst>
        </pc:spChg>
        <pc:spChg chg="mod">
          <ac:chgData name="FABIO DI PIERNO" userId="96ec1552-4620-4b81-ac9e-de02e09258ce" providerId="ADAL" clId="{66C026AB-63B3-45A9-9B8F-2693FEA348EC}" dt="2025-11-11T10:32:31.996" v="46" actId="1076"/>
          <ac:spMkLst>
            <pc:docMk/>
            <pc:sldMk cId="367499950" sldId="261"/>
            <ac:spMk id="19" creationId="{443B658C-9C94-E028-33E8-F2B138A32B97}"/>
          </ac:spMkLst>
        </pc:spChg>
      </pc:sldChg>
      <pc:sldChg chg="modSp mod ord">
        <pc:chgData name="FABIO DI PIERNO" userId="96ec1552-4620-4b81-ac9e-de02e09258ce" providerId="ADAL" clId="{66C026AB-63B3-45A9-9B8F-2693FEA348EC}" dt="2025-11-11T13:01:30.780" v="131"/>
        <pc:sldMkLst>
          <pc:docMk/>
          <pc:sldMk cId="2149577130" sldId="262"/>
        </pc:sldMkLst>
        <pc:spChg chg="mod">
          <ac:chgData name="FABIO DI PIERNO" userId="96ec1552-4620-4b81-ac9e-de02e09258ce" providerId="ADAL" clId="{66C026AB-63B3-45A9-9B8F-2693FEA348EC}" dt="2025-11-11T10:38:47.691" v="49" actId="14100"/>
          <ac:spMkLst>
            <pc:docMk/>
            <pc:sldMk cId="2149577130" sldId="262"/>
            <ac:spMk id="11" creationId="{3618A08E-1EF7-35A6-53C7-7FEC54F831A8}"/>
          </ac:spMkLst>
        </pc:spChg>
        <pc:spChg chg="mod">
          <ac:chgData name="FABIO DI PIERNO" userId="96ec1552-4620-4b81-ac9e-de02e09258ce" providerId="ADAL" clId="{66C026AB-63B3-45A9-9B8F-2693FEA348EC}" dt="2025-11-11T11:14:47.461" v="68" actId="20577"/>
          <ac:spMkLst>
            <pc:docMk/>
            <pc:sldMk cId="2149577130" sldId="262"/>
            <ac:spMk id="13" creationId="{FB048A59-955E-87BE-3D82-407A06DA9F26}"/>
          </ac:spMkLst>
        </pc:spChg>
        <pc:spChg chg="mod">
          <ac:chgData name="FABIO DI PIERNO" userId="96ec1552-4620-4b81-ac9e-de02e09258ce" providerId="ADAL" clId="{66C026AB-63B3-45A9-9B8F-2693FEA348EC}" dt="2025-11-11T10:39:03.963" v="50" actId="1076"/>
          <ac:spMkLst>
            <pc:docMk/>
            <pc:sldMk cId="2149577130" sldId="262"/>
            <ac:spMk id="14" creationId="{59DA3B42-E3FB-AB36-0E8C-F0496DDB21C4}"/>
          </ac:spMkLst>
        </pc:spChg>
        <pc:spChg chg="mod">
          <ac:chgData name="FABIO DI PIERNO" userId="96ec1552-4620-4b81-ac9e-de02e09258ce" providerId="ADAL" clId="{66C026AB-63B3-45A9-9B8F-2693FEA348EC}" dt="2025-11-11T10:39:03.963" v="50" actId="1076"/>
          <ac:spMkLst>
            <pc:docMk/>
            <pc:sldMk cId="2149577130" sldId="262"/>
            <ac:spMk id="15" creationId="{08EF3600-E875-FCBD-DDD4-E561D7AE5611}"/>
          </ac:spMkLst>
        </pc:spChg>
      </pc:sldChg>
      <pc:sldChg chg="modSp mod">
        <pc:chgData name="FABIO DI PIERNO" userId="96ec1552-4620-4b81-ac9e-de02e09258ce" providerId="ADAL" clId="{66C026AB-63B3-45A9-9B8F-2693FEA348EC}" dt="2025-11-11T12:13:19.623" v="69" actId="14100"/>
        <pc:sldMkLst>
          <pc:docMk/>
          <pc:sldMk cId="4189752594" sldId="266"/>
        </pc:sldMkLst>
        <pc:spChg chg="mod">
          <ac:chgData name="FABIO DI PIERNO" userId="96ec1552-4620-4b81-ac9e-de02e09258ce" providerId="ADAL" clId="{66C026AB-63B3-45A9-9B8F-2693FEA348EC}" dt="2025-11-11T12:13:19.623" v="69" actId="14100"/>
          <ac:spMkLst>
            <pc:docMk/>
            <pc:sldMk cId="4189752594" sldId="266"/>
            <ac:spMk id="24" creationId="{66CD9DAA-30C3-694F-37D5-2AB295AD2466}"/>
          </ac:spMkLst>
        </pc:spChg>
      </pc:sldChg>
    </pc:docChg>
  </pc:docChgLst>
  <pc:docChgLst>
    <pc:chgData name="GIUSEPPE DI MARTINO" userId="1db05e77-0cf9-4d32-8200-3e85442b935b" providerId="ADAL" clId="{4A87C4DB-1C4A-498F-81CD-2C9696A1684E}"/>
    <pc:docChg chg="undo redo custSel addSld delSld modSld sldOrd">
      <pc:chgData name="GIUSEPPE DI MARTINO" userId="1db05e77-0cf9-4d32-8200-3e85442b935b" providerId="ADAL" clId="{4A87C4DB-1C4A-498F-81CD-2C9696A1684E}" dt="2025-11-11T17:53:23.334" v="8890" actId="1076"/>
      <pc:docMkLst>
        <pc:docMk/>
      </pc:docMkLst>
      <pc:sldChg chg="addSp delSp modSp new mod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153461689" sldId="256"/>
        </pc:sldMkLst>
        <pc:spChg chg="del">
          <ac:chgData name="GIUSEPPE DI MARTINO" userId="1db05e77-0cf9-4d32-8200-3e85442b935b" providerId="ADAL" clId="{4A87C4DB-1C4A-498F-81CD-2C9696A1684E}" dt="2025-11-10T21:16:26.325" v="3"/>
          <ac:spMkLst>
            <pc:docMk/>
            <pc:sldMk cId="153461689" sldId="256"/>
            <ac:spMk id="2" creationId="{4D0C3DCA-C188-FBFC-4ABE-A438D9ED2694}"/>
          </ac:spMkLst>
        </pc:spChg>
        <pc:spChg chg="mod or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53461689" sldId="256"/>
            <ac:spMk id="3" creationId="{F2A95ECA-37BF-50D7-D84C-E772E904AE3E}"/>
          </ac:spMkLst>
        </pc:spChg>
        <pc:spChg chg="add del mod">
          <ac:chgData name="GIUSEPPE DI MARTINO" userId="1db05e77-0cf9-4d32-8200-3e85442b935b" providerId="ADAL" clId="{4A87C4DB-1C4A-498F-81CD-2C9696A1684E}" dt="2025-11-10T21:18:20.683" v="73" actId="478"/>
          <ac:spMkLst>
            <pc:docMk/>
            <pc:sldMk cId="153461689" sldId="256"/>
            <ac:spMk id="5" creationId="{6D1ADB9B-E718-900C-90AC-E906056C658E}"/>
          </ac:spMkLst>
        </pc:spChg>
        <pc:spChg chg="add mod">
          <ac:chgData name="GIUSEPPE DI MARTINO" userId="1db05e77-0cf9-4d32-8200-3e85442b935b" providerId="ADAL" clId="{4A87C4DB-1C4A-498F-81CD-2C9696A1684E}" dt="2025-11-11T00:27:21.118" v="7554"/>
          <ac:spMkLst>
            <pc:docMk/>
            <pc:sldMk cId="153461689" sldId="256"/>
            <ac:spMk id="6" creationId="{CD1D84CB-BBC8-9EA0-D1CC-A2DD67731DFA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53461689" sldId="256"/>
            <ac:spMk id="8" creationId="{70F8CD09-AB43-3748-D1A4-96EBCB82F453}"/>
          </ac:spMkLst>
        </pc:spChg>
        <pc:spChg chg="add mod or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53461689" sldId="256"/>
            <ac:spMk id="9" creationId="{ED462BA2-FD3D-861E-7416-C19F50204BA5}"/>
          </ac:spMkLst>
        </pc:spChg>
        <pc:spChg chg="add mod">
          <ac:chgData name="GIUSEPPE DI MARTINO" userId="1db05e77-0cf9-4d32-8200-3e85442b935b" providerId="ADAL" clId="{4A87C4DB-1C4A-498F-81CD-2C9696A1684E}" dt="2025-11-10T21:19:01.443" v="95"/>
          <ac:spMkLst>
            <pc:docMk/>
            <pc:sldMk cId="153461689" sldId="256"/>
            <ac:spMk id="10" creationId="{E55A3F30-2186-DC49-E88C-719B1E0E4F55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53461689" sldId="256"/>
            <ac:spMk id="13" creationId="{4305EF47-09A7-F678-B56A-193FE00793EB}"/>
          </ac:spMkLst>
        </pc:spChg>
        <pc:picChg chg="add mod">
          <ac:chgData name="GIUSEPPE DI MARTINO" userId="1db05e77-0cf9-4d32-8200-3e85442b935b" providerId="ADAL" clId="{4A87C4DB-1C4A-498F-81CD-2C9696A1684E}" dt="2025-11-10T21:20:36.472" v="263" actId="1076"/>
          <ac:picMkLst>
            <pc:docMk/>
            <pc:sldMk cId="153461689" sldId="256"/>
            <ac:picMk id="4" creationId="{4D68E844-B8E8-5508-BE9E-411D41C792D2}"/>
          </ac:picMkLst>
        </pc:picChg>
        <pc:picChg chg="add mod">
          <ac:chgData name="GIUSEPPE DI MARTINO" userId="1db05e77-0cf9-4d32-8200-3e85442b935b" providerId="ADAL" clId="{4A87C4DB-1C4A-498F-81CD-2C9696A1684E}" dt="2025-11-10T21:20:43.011" v="266" actId="1076"/>
          <ac:picMkLst>
            <pc:docMk/>
            <pc:sldMk cId="153461689" sldId="256"/>
            <ac:picMk id="11" creationId="{EF5B39B8-AB93-6613-99C5-4821F2261522}"/>
          </ac:picMkLst>
        </pc:picChg>
        <pc:picChg chg="add mod">
          <ac:chgData name="GIUSEPPE DI MARTINO" userId="1db05e77-0cf9-4d32-8200-3e85442b935b" providerId="ADAL" clId="{4A87C4DB-1C4A-498F-81CD-2C9696A1684E}" dt="2025-11-10T21:21:18.823" v="311"/>
          <ac:picMkLst>
            <pc:docMk/>
            <pc:sldMk cId="153461689" sldId="256"/>
            <ac:picMk id="12" creationId="{14F08653-2D75-9684-0B69-DA0EAB6DA7D1}"/>
          </ac:picMkLst>
        </pc:picChg>
      </pc:sldChg>
      <pc:sldChg chg="addSp modSp add mod setBg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0" sldId="257"/>
        </pc:sldMkLst>
        <pc:spChg chg="mod">
          <ac:chgData name="GIUSEPPE DI MARTINO" userId="1db05e77-0cf9-4d32-8200-3e85442b935b" providerId="ADAL" clId="{4A87C4DB-1C4A-498F-81CD-2C9696A1684E}" dt="2025-11-10T21:24:23.542" v="354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GIUSEPPE DI MARTINO" userId="1db05e77-0cf9-4d32-8200-3e85442b935b" providerId="ADAL" clId="{4A87C4DB-1C4A-498F-81CD-2C9696A1684E}" dt="2025-11-10T21:33:40.463" v="558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5" creationId="{00000000-0000-0000-0000-000000000000}"/>
          </ac:spMkLst>
        </pc:spChg>
        <pc:spChg chg="mod">
          <ac:chgData name="GIUSEPPE DI MARTINO" userId="1db05e77-0cf9-4d32-8200-3e85442b935b" providerId="ADAL" clId="{4A87C4DB-1C4A-498F-81CD-2C9696A1684E}" dt="2025-11-11T12:54:35.120" v="8638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7" creationId="{C7C754D0-1F4F-55DF-59DC-EDFFC9CEC8F0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8" creationId="{A09F5001-AD03-441D-51DE-6EA7736101A8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11" creationId="{E2030DAF-8DA5-EAA7-3CC9-8D3C60DF70E1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12" creationId="{3E856B96-EBE0-330B-5200-AC7E557B81CF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13" creationId="{A7F9CC0A-89B0-0DE0-EF37-1DEC97C90BC4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14" creationId="{936FECB6-7CDE-82AC-D039-C9F40900C3CA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7"/>
            <ac:spMk id="15" creationId="{D878A874-8D0C-5FAD-F03D-7C135278A964}"/>
          </ac:spMkLst>
        </pc:spChg>
        <pc:spChg chg="mod">
          <ac:chgData name="GIUSEPPE DI MARTINO" userId="1db05e77-0cf9-4d32-8200-3e85442b935b" providerId="ADAL" clId="{4A87C4DB-1C4A-498F-81CD-2C9696A1684E}" dt="2025-11-11T12:51:51.510" v="8625" actId="12"/>
          <ac:spMkLst>
            <pc:docMk/>
            <pc:sldMk cId="0" sldId="257"/>
            <ac:spMk id="16" creationId="{67FE3E04-4570-686E-A089-5ACD540F6700}"/>
          </ac:spMkLst>
        </pc:spChg>
        <pc:picChg chg="add">
          <ac:chgData name="GIUSEPPE DI MARTINO" userId="1db05e77-0cf9-4d32-8200-3e85442b935b" providerId="ADAL" clId="{4A87C4DB-1C4A-498F-81CD-2C9696A1684E}" dt="2025-11-10T21:27:35.570" v="384"/>
          <ac:picMkLst>
            <pc:docMk/>
            <pc:sldMk cId="0" sldId="257"/>
            <ac:picMk id="9" creationId="{9C1FD905-5B44-AE67-C8FE-72589C6616B2}"/>
          </ac:picMkLst>
        </pc:picChg>
      </pc:sldChg>
      <pc:sldChg chg="addSp delSp modSp add mod setBg">
        <pc:chgData name="GIUSEPPE DI MARTINO" userId="1db05e77-0cf9-4d32-8200-3e85442b935b" providerId="ADAL" clId="{4A87C4DB-1C4A-498F-81CD-2C9696A1684E}" dt="2025-11-11T16:22:12.101" v="8782" actId="20577"/>
        <pc:sldMkLst>
          <pc:docMk/>
          <pc:sldMk cId="0" sldId="258"/>
        </pc:sldMkLst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GIUSEPPE DI MARTINO" userId="1db05e77-0cf9-4d32-8200-3e85442b935b" providerId="ADAL" clId="{4A87C4DB-1C4A-498F-81CD-2C9696A1684E}" dt="2025-11-10T21:30:31.663" v="421" actId="1076"/>
          <ac:spMkLst>
            <pc:docMk/>
            <pc:sldMk cId="0" sldId="258"/>
            <ac:spMk id="5" creationId="{739F9ACE-DE7F-6FA3-CF0B-2097F26178BF}"/>
          </ac:spMkLst>
        </pc:spChg>
        <pc:spChg chg="add mod">
          <ac:chgData name="GIUSEPPE DI MARTINO" userId="1db05e77-0cf9-4d32-8200-3e85442b935b" providerId="ADAL" clId="{4A87C4DB-1C4A-498F-81CD-2C9696A1684E}" dt="2025-11-10T21:47:15.525" v="1192" actId="20577"/>
          <ac:spMkLst>
            <pc:docMk/>
            <pc:sldMk cId="0" sldId="258"/>
            <ac:spMk id="6" creationId="{59ADA034-4D0C-4CEF-73EB-92C2DCDD2029}"/>
          </ac:spMkLst>
        </pc:spChg>
        <pc:spChg chg="del mod">
          <ac:chgData name="GIUSEPPE DI MARTINO" userId="1db05e77-0cf9-4d32-8200-3e85442b935b" providerId="ADAL" clId="{4A87C4DB-1C4A-498F-81CD-2C9696A1684E}" dt="2025-11-10T21:28:21.264" v="391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GIUSEPPE DI MARTINO" userId="1db05e77-0cf9-4d32-8200-3e85442b935b" providerId="ADAL" clId="{4A87C4DB-1C4A-498F-81CD-2C9696A1684E}" dt="2025-11-10T21:28:19.763" v="390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GIUSEPPE DI MARTINO" userId="1db05e77-0cf9-4d32-8200-3e85442b935b" providerId="ADAL" clId="{4A87C4DB-1C4A-498F-81CD-2C9696A1684E}" dt="2025-11-10T21:30:06.397" v="414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GIUSEPPE DI MARTINO" userId="1db05e77-0cf9-4d32-8200-3e85442b935b" providerId="ADAL" clId="{4A87C4DB-1C4A-498F-81CD-2C9696A1684E}" dt="2025-11-10T21:30:03.831" v="413" actId="478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GIUSEPPE DI MARTINO" userId="1db05e77-0cf9-4d32-8200-3e85442b935b" providerId="ADAL" clId="{4A87C4DB-1C4A-498F-81CD-2C9696A1684E}" dt="2025-11-10T21:34:39.270" v="567"/>
          <ac:spMkLst>
            <pc:docMk/>
            <pc:sldMk cId="0" sldId="258"/>
            <ac:spMk id="14" creationId="{7C6D212A-A07D-0385-7B46-5916E26CDE2F}"/>
          </ac:spMkLst>
        </pc:spChg>
        <pc:spChg chg="add mod">
          <ac:chgData name="GIUSEPPE DI MARTINO" userId="1db05e77-0cf9-4d32-8200-3e85442b935b" providerId="ADAL" clId="{4A87C4DB-1C4A-498F-81CD-2C9696A1684E}" dt="2025-11-10T21:34:39.270" v="567"/>
          <ac:spMkLst>
            <pc:docMk/>
            <pc:sldMk cId="0" sldId="258"/>
            <ac:spMk id="15" creationId="{0D82AF79-7910-8930-75D9-45F5E78B86D7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8"/>
            <ac:spMk id="16" creationId="{C4F4ACF4-0AFC-6012-AA11-6B8A5AA28CD8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0" sldId="258"/>
            <ac:spMk id="17" creationId="{98058FCE-0F32-EAAE-53FC-41AE03A7152C}"/>
          </ac:spMkLst>
        </pc:spChg>
        <pc:spChg chg="add mod">
          <ac:chgData name="GIUSEPPE DI MARTINO" userId="1db05e77-0cf9-4d32-8200-3e85442b935b" providerId="ADAL" clId="{4A87C4DB-1C4A-498F-81CD-2C9696A1684E}" dt="2025-11-11T16:22:12.101" v="8782" actId="20577"/>
          <ac:spMkLst>
            <pc:docMk/>
            <pc:sldMk cId="0" sldId="258"/>
            <ac:spMk id="18" creationId="{279EAA40-83D4-71C3-8F47-305DED38906D}"/>
          </ac:spMkLst>
        </pc:spChg>
        <pc:spChg chg="add mod">
          <ac:chgData name="GIUSEPPE DI MARTINO" userId="1db05e77-0cf9-4d32-8200-3e85442b935b" providerId="ADAL" clId="{4A87C4DB-1C4A-498F-81CD-2C9696A1684E}" dt="2025-11-10T22:08:32.979" v="2340" actId="1076"/>
          <ac:spMkLst>
            <pc:docMk/>
            <pc:sldMk cId="0" sldId="258"/>
            <ac:spMk id="19" creationId="{6267D80F-CC2A-F7A9-D0DC-55AD12B54182}"/>
          </ac:spMkLst>
        </pc:spChg>
        <pc:spChg chg="add mod">
          <ac:chgData name="GIUSEPPE DI MARTINO" userId="1db05e77-0cf9-4d32-8200-3e85442b935b" providerId="ADAL" clId="{4A87C4DB-1C4A-498F-81CD-2C9696A1684E}" dt="2025-11-10T22:08:32.450" v="2338" actId="1076"/>
          <ac:spMkLst>
            <pc:docMk/>
            <pc:sldMk cId="0" sldId="258"/>
            <ac:spMk id="20" creationId="{B3B8B0D3-6093-23DA-0EED-65A15854330F}"/>
          </ac:spMkLst>
        </pc:spChg>
        <pc:spChg chg="add mod">
          <ac:chgData name="GIUSEPPE DI MARTINO" userId="1db05e77-0cf9-4d32-8200-3e85442b935b" providerId="ADAL" clId="{4A87C4DB-1C4A-498F-81CD-2C9696A1684E}" dt="2025-11-10T22:08:31.611" v="2334" actId="1076"/>
          <ac:spMkLst>
            <pc:docMk/>
            <pc:sldMk cId="0" sldId="258"/>
            <ac:spMk id="21" creationId="{4A5AAD6A-1458-7D72-9088-144756F0E26C}"/>
          </ac:spMkLst>
        </pc:spChg>
        <pc:spChg chg="add del mod">
          <ac:chgData name="GIUSEPPE DI MARTINO" userId="1db05e77-0cf9-4d32-8200-3e85442b935b" providerId="ADAL" clId="{4A87C4DB-1C4A-498F-81CD-2C9696A1684E}" dt="2025-11-10T22:27:45.402" v="3142" actId="21"/>
          <ac:spMkLst>
            <pc:docMk/>
            <pc:sldMk cId="0" sldId="258"/>
            <ac:spMk id="23" creationId="{6267D80F-CC2A-F7A9-D0DC-55AD12B54182}"/>
          </ac:spMkLst>
        </pc:spChg>
        <pc:spChg chg="add del mod">
          <ac:chgData name="GIUSEPPE DI MARTINO" userId="1db05e77-0cf9-4d32-8200-3e85442b935b" providerId="ADAL" clId="{4A87C4DB-1C4A-498F-81CD-2C9696A1684E}" dt="2025-11-10T22:27:45.402" v="3142" actId="21"/>
          <ac:spMkLst>
            <pc:docMk/>
            <pc:sldMk cId="0" sldId="258"/>
            <ac:spMk id="24" creationId="{B3B8B0D3-6093-23DA-0EED-65A15854330F}"/>
          </ac:spMkLst>
        </pc:spChg>
        <pc:spChg chg="add del mod">
          <ac:chgData name="GIUSEPPE DI MARTINO" userId="1db05e77-0cf9-4d32-8200-3e85442b935b" providerId="ADAL" clId="{4A87C4DB-1C4A-498F-81CD-2C9696A1684E}" dt="2025-11-10T22:27:45.402" v="3142" actId="21"/>
          <ac:spMkLst>
            <pc:docMk/>
            <pc:sldMk cId="0" sldId="258"/>
            <ac:spMk id="25" creationId="{4A5AAD6A-1458-7D72-9088-144756F0E26C}"/>
          </ac:spMkLst>
        </pc:spChg>
        <pc:grpChg chg="add del mod">
          <ac:chgData name="GIUSEPPE DI MARTINO" userId="1db05e77-0cf9-4d32-8200-3e85442b935b" providerId="ADAL" clId="{4A87C4DB-1C4A-498F-81CD-2C9696A1684E}" dt="2025-11-10T21:47:17.805" v="1193" actId="478"/>
          <ac:grpSpMkLst>
            <pc:docMk/>
            <pc:sldMk cId="0" sldId="258"/>
            <ac:grpSpMk id="7" creationId="{10F54B4A-00BE-0EEA-966B-45CC9A7F9707}"/>
          </ac:grpSpMkLst>
        </pc:grpChg>
        <pc:picChg chg="add mod">
          <ac:chgData name="GIUSEPPE DI MARTINO" userId="1db05e77-0cf9-4d32-8200-3e85442b935b" providerId="ADAL" clId="{4A87C4DB-1C4A-498F-81CD-2C9696A1684E}" dt="2025-11-10T21:30:40.399" v="429" actId="571"/>
          <ac:picMkLst>
            <pc:docMk/>
            <pc:sldMk cId="0" sldId="258"/>
            <ac:picMk id="12" creationId="{B2233B36-3EAC-BA4C-1225-710A12E20BFB}"/>
          </ac:picMkLst>
        </pc:picChg>
        <pc:picChg chg="mod">
          <ac:chgData name="GIUSEPPE DI MARTINO" userId="1db05e77-0cf9-4d32-8200-3e85442b935b" providerId="ADAL" clId="{4A87C4DB-1C4A-498F-81CD-2C9696A1684E}" dt="2025-11-10T22:27:43.722" v="3141" actId="1076"/>
          <ac:picMkLst>
            <pc:docMk/>
            <pc:sldMk cId="0" sldId="258"/>
            <ac:picMk id="13" creationId="{A43453E0-09A1-09D5-CF67-C68EF9ED0B04}"/>
          </ac:picMkLst>
        </pc:picChg>
        <pc:picChg chg="add mod">
          <ac:chgData name="GIUSEPPE DI MARTINO" userId="1db05e77-0cf9-4d32-8200-3e85442b935b" providerId="ADAL" clId="{4A87C4DB-1C4A-498F-81CD-2C9696A1684E}" dt="2025-11-10T22:07:58.642" v="2324" actId="571"/>
          <ac:picMkLst>
            <pc:docMk/>
            <pc:sldMk cId="0" sldId="258"/>
            <ac:picMk id="22" creationId="{24389A4C-1817-5748-0A0F-0C5BA8B7FCDC}"/>
          </ac:picMkLst>
        </pc:picChg>
      </pc:sldChg>
      <pc:sldChg chg="new add del">
        <pc:chgData name="GIUSEPPE DI MARTINO" userId="1db05e77-0cf9-4d32-8200-3e85442b935b" providerId="ADAL" clId="{4A87C4DB-1C4A-498F-81CD-2C9696A1684E}" dt="2025-11-10T21:33:20.602" v="551" actId="2696"/>
        <pc:sldMkLst>
          <pc:docMk/>
          <pc:sldMk cId="1847827597" sldId="259"/>
        </pc:sldMkLst>
      </pc:sldChg>
      <pc:sldChg chg="addSp delSp modSp add del mod ord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88442815" sldId="260"/>
        </pc:sldMkLst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88442815" sldId="260"/>
            <ac:spMk id="2" creationId="{7E5F325A-3CC5-CE27-4A52-2A247302FE18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88442815" sldId="260"/>
            <ac:spMk id="3" creationId="{54CB69FE-2C1B-AB42-5CFD-FAC786194AD8}"/>
          </ac:spMkLst>
        </pc:spChg>
        <pc:spChg chg="del">
          <ac:chgData name="GIUSEPPE DI MARTINO" userId="1db05e77-0cf9-4d32-8200-3e85442b935b" providerId="ADAL" clId="{4A87C4DB-1C4A-498F-81CD-2C9696A1684E}" dt="2025-11-10T21:51:15.409" v="1292" actId="478"/>
          <ac:spMkLst>
            <pc:docMk/>
            <pc:sldMk cId="88442815" sldId="260"/>
            <ac:spMk id="4" creationId="{1008B450-11D3-D2B2-05DD-1B289E68CD76}"/>
          </ac:spMkLst>
        </pc:spChg>
        <pc:spChg chg="del mod topLvl">
          <ac:chgData name="GIUSEPPE DI MARTINO" userId="1db05e77-0cf9-4d32-8200-3e85442b935b" providerId="ADAL" clId="{4A87C4DB-1C4A-498F-81CD-2C9696A1684E}" dt="2025-11-10T21:51:18.886" v="1295" actId="478"/>
          <ac:spMkLst>
            <pc:docMk/>
            <pc:sldMk cId="88442815" sldId="260"/>
            <ac:spMk id="5" creationId="{D0E64F6D-4A9B-B125-6649-4E68B4F8336F}"/>
          </ac:spMkLst>
        </pc:spChg>
        <pc:spChg chg="del mod topLvl">
          <ac:chgData name="GIUSEPPE DI MARTINO" userId="1db05e77-0cf9-4d32-8200-3e85442b935b" providerId="ADAL" clId="{4A87C4DB-1C4A-498F-81CD-2C9696A1684E}" dt="2025-11-10T21:51:16.961" v="1294" actId="478"/>
          <ac:spMkLst>
            <pc:docMk/>
            <pc:sldMk cId="88442815" sldId="260"/>
            <ac:spMk id="6" creationId="{3D329852-97E4-8ECC-937C-E2844C0FEF8B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88442815" sldId="260"/>
            <ac:spMk id="8" creationId="{B9511E48-29BB-8263-8090-03F1943A8A32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88442815" sldId="260"/>
            <ac:spMk id="9" creationId="{2CD806BE-720D-C804-1BEF-3AE8C04308BE}"/>
          </ac:spMkLst>
        </pc:spChg>
        <pc:spChg chg="add del mod">
          <ac:chgData name="GIUSEPPE DI MARTINO" userId="1db05e77-0cf9-4d32-8200-3e85442b935b" providerId="ADAL" clId="{4A87C4DB-1C4A-498F-81CD-2C9696A1684E}" dt="2025-11-10T22:09:40.015" v="2342" actId="21"/>
          <ac:spMkLst>
            <pc:docMk/>
            <pc:sldMk cId="88442815" sldId="260"/>
            <ac:spMk id="10" creationId="{6267D80F-CC2A-F7A9-D0DC-55AD12B54182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88442815" sldId="260"/>
            <ac:spMk id="11" creationId="{A3041DE7-5814-CBD3-3CD3-85226D32397E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88442815" sldId="260"/>
            <ac:spMk id="12" creationId="{D9B3B189-2F70-4FF6-AEF5-AFF297030228}"/>
          </ac:spMkLst>
        </pc:spChg>
        <pc:spChg chg="add del mod">
          <ac:chgData name="GIUSEPPE DI MARTINO" userId="1db05e77-0cf9-4d32-8200-3e85442b935b" providerId="ADAL" clId="{4A87C4DB-1C4A-498F-81CD-2C9696A1684E}" dt="2025-11-10T22:09:40.015" v="2342" actId="21"/>
          <ac:spMkLst>
            <pc:docMk/>
            <pc:sldMk cId="88442815" sldId="260"/>
            <ac:spMk id="14" creationId="{B3B8B0D3-6093-23DA-0EED-65A15854330F}"/>
          </ac:spMkLst>
        </pc:spChg>
        <pc:spChg chg="add del mod">
          <ac:chgData name="GIUSEPPE DI MARTINO" userId="1db05e77-0cf9-4d32-8200-3e85442b935b" providerId="ADAL" clId="{4A87C4DB-1C4A-498F-81CD-2C9696A1684E}" dt="2025-11-10T22:09:40.015" v="2342" actId="21"/>
          <ac:spMkLst>
            <pc:docMk/>
            <pc:sldMk cId="88442815" sldId="260"/>
            <ac:spMk id="15" creationId="{4A5AAD6A-1458-7D72-9088-144756F0E26C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88442815" sldId="260"/>
            <ac:spMk id="16" creationId="{34CF5873-3ADF-4E7F-4CB8-DE071677D372}"/>
          </ac:spMkLst>
        </pc:spChg>
        <pc:spChg chg="add del mod">
          <ac:chgData name="GIUSEPPE DI MARTINO" userId="1db05e77-0cf9-4d32-8200-3e85442b935b" providerId="ADAL" clId="{4A87C4DB-1C4A-498F-81CD-2C9696A1684E}" dt="2025-11-10T22:11:43.030" v="2407" actId="478"/>
          <ac:spMkLst>
            <pc:docMk/>
            <pc:sldMk cId="88442815" sldId="260"/>
            <ac:spMk id="17" creationId="{7EE5B008-1F0D-EAE6-C043-62D94333374B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88442815" sldId="260"/>
            <ac:spMk id="18" creationId="{30BFCC3F-D553-CCDB-3246-41C38C13CC5A}"/>
          </ac:spMkLst>
        </pc:spChg>
        <pc:grpChg chg="add del mod">
          <ac:chgData name="GIUSEPPE DI MARTINO" userId="1db05e77-0cf9-4d32-8200-3e85442b935b" providerId="ADAL" clId="{4A87C4DB-1C4A-498F-81CD-2C9696A1684E}" dt="2025-11-10T21:51:16.961" v="1294" actId="478"/>
          <ac:grpSpMkLst>
            <pc:docMk/>
            <pc:sldMk cId="88442815" sldId="260"/>
            <ac:grpSpMk id="7" creationId="{A91B5E92-333A-EEA5-A02B-507657A76A84}"/>
          </ac:grpSpMkLst>
        </pc:grpChg>
        <pc:picChg chg="del">
          <ac:chgData name="GIUSEPPE DI MARTINO" userId="1db05e77-0cf9-4d32-8200-3e85442b935b" providerId="ADAL" clId="{4A87C4DB-1C4A-498F-81CD-2C9696A1684E}" dt="2025-11-10T21:33:26.304" v="557" actId="478"/>
          <ac:picMkLst>
            <pc:docMk/>
            <pc:sldMk cId="88442815" sldId="260"/>
            <ac:picMk id="13" creationId="{F5D31285-CA1F-E424-E4AD-349B4BBD11DD}"/>
          </ac:picMkLst>
        </pc:picChg>
      </pc:sldChg>
      <pc:sldChg chg="addSp delSp modSp new mod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367499950" sldId="261"/>
        </pc:sldMkLst>
        <pc:spChg chg="add mod">
          <ac:chgData name="GIUSEPPE DI MARTINO" userId="1db05e77-0cf9-4d32-8200-3e85442b935b" providerId="ADAL" clId="{4A87C4DB-1C4A-498F-81CD-2C9696A1684E}" dt="2025-11-10T21:34:40.447" v="568"/>
          <ac:spMkLst>
            <pc:docMk/>
            <pc:sldMk cId="367499950" sldId="261"/>
            <ac:spMk id="2" creationId="{D0060361-581C-F7AD-EF63-F56E52B24CB9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3" creationId="{5EA1A8FB-CFAD-4EBD-3426-CDC30F334D61}"/>
          </ac:spMkLst>
        </pc:spChg>
        <pc:spChg chg="add mod">
          <ac:chgData name="GIUSEPPE DI MARTINO" userId="1db05e77-0cf9-4d32-8200-3e85442b935b" providerId="ADAL" clId="{4A87C4DB-1C4A-498F-81CD-2C9696A1684E}" dt="2025-11-10T21:35:11.249" v="577"/>
          <ac:spMkLst>
            <pc:docMk/>
            <pc:sldMk cId="367499950" sldId="261"/>
            <ac:spMk id="4" creationId="{CBE09CA8-3B4E-40D4-2A9C-2B1B7D5EDBEC}"/>
          </ac:spMkLst>
        </pc:spChg>
        <pc:spChg chg="add del mod">
          <ac:chgData name="GIUSEPPE DI MARTINO" userId="1db05e77-0cf9-4d32-8200-3e85442b935b" providerId="ADAL" clId="{4A87C4DB-1C4A-498F-81CD-2C9696A1684E}" dt="2025-11-10T21:51:10.117" v="1289" actId="21"/>
          <ac:spMkLst>
            <pc:docMk/>
            <pc:sldMk cId="367499950" sldId="261"/>
            <ac:spMk id="5" creationId="{B9511E48-29BB-8263-8090-03F1943A8A32}"/>
          </ac:spMkLst>
        </pc:spChg>
        <pc:spChg chg="add del mod">
          <ac:chgData name="GIUSEPPE DI MARTINO" userId="1db05e77-0cf9-4d32-8200-3e85442b935b" providerId="ADAL" clId="{4A87C4DB-1C4A-498F-81CD-2C9696A1684E}" dt="2025-11-10T21:51:10.117" v="1289" actId="21"/>
          <ac:spMkLst>
            <pc:docMk/>
            <pc:sldMk cId="367499950" sldId="261"/>
            <ac:spMk id="6" creationId="{2CD806BE-720D-C804-1BEF-3AE8C04308BE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7" creationId="{61395024-B78D-2ED3-BF4F-15C70CF438C1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8" creationId="{7B92FF74-264C-97FD-682D-6EC5D50C25C9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9" creationId="{C4615EB2-597A-A292-1963-DA9963DBD5C9}"/>
          </ac:spMkLst>
        </pc:spChg>
        <pc:spChg chg="add mod">
          <ac:chgData name="GIUSEPPE DI MARTINO" userId="1db05e77-0cf9-4d32-8200-3e85442b935b" providerId="ADAL" clId="{4A87C4DB-1C4A-498F-81CD-2C9696A1684E}" dt="2025-11-10T21:40:21.149" v="905"/>
          <ac:spMkLst>
            <pc:docMk/>
            <pc:sldMk cId="367499950" sldId="261"/>
            <ac:spMk id="10" creationId="{47610CA7-B2B3-D65F-76EF-0955F27DB1E3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11" creationId="{C42C3AC8-8952-EDDB-89D6-BC39D3883BA3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13" creationId="{8E78F503-4DE5-69B2-6159-17F33CA317E6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14" creationId="{0FBBEC2C-5D70-4822-3124-26B22AD3CE25}"/>
          </ac:spMkLst>
        </pc:spChg>
        <pc:spChg chg="add mod">
          <ac:chgData name="GIUSEPPE DI MARTINO" userId="1db05e77-0cf9-4d32-8200-3e85442b935b" providerId="ADAL" clId="{4A87C4DB-1C4A-498F-81CD-2C9696A1684E}" dt="2025-11-10T21:45:46.828" v="1130" actId="20577"/>
          <ac:spMkLst>
            <pc:docMk/>
            <pc:sldMk cId="367499950" sldId="261"/>
            <ac:spMk id="15" creationId="{772D7FFD-EA22-C86C-4E90-72A277A6C26B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16" creationId="{C1F3B7B3-7E9C-DF33-741B-A674FD89177C}"/>
          </ac:spMkLst>
        </pc:spChg>
        <pc:spChg chg="add mod">
          <ac:chgData name="GIUSEPPE DI MARTINO" userId="1db05e77-0cf9-4d32-8200-3e85442b935b" providerId="ADAL" clId="{4A87C4DB-1C4A-498F-81CD-2C9696A1684E}" dt="2025-11-10T21:52:35.394" v="1321" actId="1076"/>
          <ac:spMkLst>
            <pc:docMk/>
            <pc:sldMk cId="367499950" sldId="261"/>
            <ac:spMk id="17" creationId="{38E5BF6D-3180-8CA0-0981-B73FD8CFD3E0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18" creationId="{55E7FF09-C83E-0F2B-08AA-DBB73FC38A44}"/>
          </ac:spMkLst>
        </pc:spChg>
        <pc:spChg chg="add mod">
          <ac:chgData name="GIUSEPPE DI MARTINO" userId="1db05e77-0cf9-4d32-8200-3e85442b935b" providerId="ADAL" clId="{4A87C4DB-1C4A-498F-81CD-2C9696A1684E}" dt="2025-11-10T21:52:41.334" v="1331" actId="20577"/>
          <ac:spMkLst>
            <pc:docMk/>
            <pc:sldMk cId="367499950" sldId="261"/>
            <ac:spMk id="19" creationId="{443B658C-9C94-E028-33E8-F2B138A32B97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67499950" sldId="261"/>
            <ac:spMk id="20" creationId="{4D2F7FD3-7AA0-C809-1CD9-CBA961AC9E16}"/>
          </ac:spMkLst>
        </pc:spChg>
        <pc:spChg chg="add mod">
          <ac:chgData name="GIUSEPPE DI MARTINO" userId="1db05e77-0cf9-4d32-8200-3e85442b935b" providerId="ADAL" clId="{4A87C4DB-1C4A-498F-81CD-2C9696A1684E}" dt="2025-11-10T21:53:12.781" v="1339"/>
          <ac:spMkLst>
            <pc:docMk/>
            <pc:sldMk cId="367499950" sldId="261"/>
            <ac:spMk id="21" creationId="{C6AB5BFD-6C4D-BF6F-AE65-CA2DA9290A76}"/>
          </ac:spMkLst>
        </pc:spChg>
      </pc:sldChg>
      <pc:sldChg chg="addSp delSp modSp add mod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2149577130" sldId="262"/>
        </pc:sldMkLst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2" creationId="{D6C6194D-89EC-0776-DBDC-35C60218B828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3" creationId="{3FAC7352-94BE-B522-64BD-331C59D895FD}"/>
          </ac:spMkLst>
        </pc:spChg>
        <pc:spChg chg="mod">
          <ac:chgData name="GIUSEPPE DI MARTINO" userId="1db05e77-0cf9-4d32-8200-3e85442b935b" providerId="ADAL" clId="{4A87C4DB-1C4A-498F-81CD-2C9696A1684E}" dt="2025-11-10T22:39:54.022" v="3485" actId="1076"/>
          <ac:spMkLst>
            <pc:docMk/>
            <pc:sldMk cId="2149577130" sldId="262"/>
            <ac:spMk id="4" creationId="{350A82D2-3623-C7A5-E881-AB823C6ECD05}"/>
          </ac:spMkLst>
        </pc:spChg>
        <pc:spChg chg="add mod">
          <ac:chgData name="GIUSEPPE DI MARTINO" userId="1db05e77-0cf9-4d32-8200-3e85442b935b" providerId="ADAL" clId="{4A87C4DB-1C4A-498F-81CD-2C9696A1684E}" dt="2025-11-10T22:28:05.874" v="3158"/>
          <ac:spMkLst>
            <pc:docMk/>
            <pc:sldMk cId="2149577130" sldId="262"/>
            <ac:spMk id="5" creationId="{803E568C-5DD7-B731-2C26-C1AE5B004F91}"/>
          </ac:spMkLst>
        </pc:spChg>
        <pc:spChg chg="add mod">
          <ac:chgData name="GIUSEPPE DI MARTINO" userId="1db05e77-0cf9-4d32-8200-3e85442b935b" providerId="ADAL" clId="{4A87C4DB-1C4A-498F-81CD-2C9696A1684E}" dt="2025-11-10T22:28:05.874" v="3158"/>
          <ac:spMkLst>
            <pc:docMk/>
            <pc:sldMk cId="2149577130" sldId="262"/>
            <ac:spMk id="6" creationId="{936C76D9-E3A0-294D-4D10-8E6308590981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7" creationId="{84F8B6A3-69A1-A440-9593-9C93593A51DF}"/>
          </ac:spMkLst>
        </pc:spChg>
        <pc:spChg chg="mod">
          <ac:chgData name="GIUSEPPE DI MARTINO" userId="1db05e77-0cf9-4d32-8200-3e85442b935b" providerId="ADAL" clId="{4A87C4DB-1C4A-498F-81CD-2C9696A1684E}" dt="2025-11-10T22:55:27.563" v="3876" actId="1076"/>
          <ac:spMkLst>
            <pc:docMk/>
            <pc:sldMk cId="2149577130" sldId="262"/>
            <ac:spMk id="8" creationId="{0069E1F8-3118-D9FB-79BB-0BF2C5DC919A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9" creationId="{66393CD5-94C3-ADB3-EF64-5EC8E09A392E}"/>
          </ac:spMkLst>
        </pc:spChg>
        <pc:spChg chg="add mod">
          <ac:chgData name="GIUSEPPE DI MARTINO" userId="1db05e77-0cf9-4d32-8200-3e85442b935b" providerId="ADAL" clId="{4A87C4DB-1C4A-498F-81CD-2C9696A1684E}" dt="2025-11-10T22:28:05.874" v="3158"/>
          <ac:spMkLst>
            <pc:docMk/>
            <pc:sldMk cId="2149577130" sldId="262"/>
            <ac:spMk id="10" creationId="{669ECBA7-C1F8-ABA4-1B5D-40EDEF923C02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11" creationId="{3618A08E-1EF7-35A6-53C7-7FEC54F831A8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13" creationId="{FB048A59-955E-87BE-3D82-407A06DA9F26}"/>
          </ac:spMkLst>
        </pc:spChg>
        <pc:spChg chg="mod">
          <ac:chgData name="GIUSEPPE DI MARTINO" userId="1db05e77-0cf9-4d32-8200-3e85442b935b" providerId="ADAL" clId="{4A87C4DB-1C4A-498F-81CD-2C9696A1684E}" dt="2025-11-10T22:55:40.736" v="3878" actId="1076"/>
          <ac:spMkLst>
            <pc:docMk/>
            <pc:sldMk cId="2149577130" sldId="262"/>
            <ac:spMk id="14" creationId="{59DA3B42-E3FB-AB36-0E8C-F0496DDB21C4}"/>
          </ac:spMkLst>
        </pc:spChg>
        <pc:spChg chg="mod">
          <ac:chgData name="GIUSEPPE DI MARTINO" userId="1db05e77-0cf9-4d32-8200-3e85442b935b" providerId="ADAL" clId="{4A87C4DB-1C4A-498F-81CD-2C9696A1684E}" dt="2025-11-11T14:51:18.084" v="8739" actId="790"/>
          <ac:spMkLst>
            <pc:docMk/>
            <pc:sldMk cId="2149577130" sldId="262"/>
            <ac:spMk id="15" creationId="{08EF3600-E875-FCBD-DDD4-E561D7AE5611}"/>
          </ac:spMkLst>
        </pc:spChg>
        <pc:spChg chg="mod">
          <ac:chgData name="GIUSEPPE DI MARTINO" userId="1db05e77-0cf9-4d32-8200-3e85442b935b" providerId="ADAL" clId="{4A87C4DB-1C4A-498F-81CD-2C9696A1684E}" dt="2025-11-10T22:55:27.563" v="3876" actId="1076"/>
          <ac:spMkLst>
            <pc:docMk/>
            <pc:sldMk cId="2149577130" sldId="262"/>
            <ac:spMk id="16" creationId="{2D694884-D479-B73D-FCBD-EAC88B46ED82}"/>
          </ac:spMkLst>
        </pc:spChg>
        <pc:spChg chg="del">
          <ac:chgData name="GIUSEPPE DI MARTINO" userId="1db05e77-0cf9-4d32-8200-3e85442b935b" providerId="ADAL" clId="{4A87C4DB-1C4A-498F-81CD-2C9696A1684E}" dt="2025-11-10T22:41:19.509" v="3522" actId="478"/>
          <ac:spMkLst>
            <pc:docMk/>
            <pc:sldMk cId="2149577130" sldId="262"/>
            <ac:spMk id="17" creationId="{878346CD-F672-8BCC-9BF4-2D22B95DFF28}"/>
          </ac:spMkLst>
        </pc:spChg>
        <pc:spChg chg="add del mod">
          <ac:chgData name="GIUSEPPE DI MARTINO" userId="1db05e77-0cf9-4d32-8200-3e85442b935b" providerId="ADAL" clId="{4A87C4DB-1C4A-498F-81CD-2C9696A1684E}" dt="2025-11-10T22:45:38.419" v="3634" actId="47"/>
          <ac:spMkLst>
            <pc:docMk/>
            <pc:sldMk cId="2149577130" sldId="262"/>
            <ac:spMk id="18" creationId="{98D30F95-1FFC-A776-A9B8-D5BD1A88C2AA}"/>
          </ac:spMkLst>
        </pc:spChg>
        <pc:spChg chg="del">
          <ac:chgData name="GIUSEPPE DI MARTINO" userId="1db05e77-0cf9-4d32-8200-3e85442b935b" providerId="ADAL" clId="{4A87C4DB-1C4A-498F-81CD-2C9696A1684E}" dt="2025-11-10T22:41:27.290" v="3527" actId="478"/>
          <ac:spMkLst>
            <pc:docMk/>
            <pc:sldMk cId="2149577130" sldId="262"/>
            <ac:spMk id="19" creationId="{A41684DA-6748-CC62-99A5-77A3A9F0B662}"/>
          </ac:spMkLst>
        </pc:spChg>
        <pc:spChg chg="del mod">
          <ac:chgData name="GIUSEPPE DI MARTINO" userId="1db05e77-0cf9-4d32-8200-3e85442b935b" providerId="ADAL" clId="{4A87C4DB-1C4A-498F-81CD-2C9696A1684E}" dt="2025-11-10T22:41:25.040" v="3526" actId="478"/>
          <ac:spMkLst>
            <pc:docMk/>
            <pc:sldMk cId="2149577130" sldId="262"/>
            <ac:spMk id="20" creationId="{0EBFDBBA-BB9B-1C4C-820F-E03225EAB5F9}"/>
          </ac:spMkLst>
        </pc:spChg>
        <pc:spChg chg="add mod">
          <ac:chgData name="GIUSEPPE DI MARTINO" userId="1db05e77-0cf9-4d32-8200-3e85442b935b" providerId="ADAL" clId="{4A87C4DB-1C4A-498F-81CD-2C9696A1684E}" dt="2025-11-10T22:55:07.601" v="3873" actId="1076"/>
          <ac:spMkLst>
            <pc:docMk/>
            <pc:sldMk cId="2149577130" sldId="262"/>
            <ac:spMk id="22" creationId="{4C958226-49EC-7937-0E60-5BBE4EDE2F2E}"/>
          </ac:spMkLst>
        </pc:spChg>
        <pc:spChg chg="add mod">
          <ac:chgData name="GIUSEPPE DI MARTINO" userId="1db05e77-0cf9-4d32-8200-3e85442b935b" providerId="ADAL" clId="{4A87C4DB-1C4A-498F-81CD-2C9696A1684E}" dt="2025-11-10T22:27:56.730" v="3144"/>
          <ac:spMkLst>
            <pc:docMk/>
            <pc:sldMk cId="2149577130" sldId="262"/>
            <ac:spMk id="23" creationId="{6267D80F-CC2A-F7A9-D0DC-55AD12B54182}"/>
          </ac:spMkLst>
        </pc:spChg>
        <pc:spChg chg="add mod">
          <ac:chgData name="GIUSEPPE DI MARTINO" userId="1db05e77-0cf9-4d32-8200-3e85442b935b" providerId="ADAL" clId="{4A87C4DB-1C4A-498F-81CD-2C9696A1684E}" dt="2025-11-10T22:27:56.730" v="3144"/>
          <ac:spMkLst>
            <pc:docMk/>
            <pc:sldMk cId="2149577130" sldId="262"/>
            <ac:spMk id="24" creationId="{B3B8B0D3-6093-23DA-0EED-65A15854330F}"/>
          </ac:spMkLst>
        </pc:spChg>
        <pc:spChg chg="add mod">
          <ac:chgData name="GIUSEPPE DI MARTINO" userId="1db05e77-0cf9-4d32-8200-3e85442b935b" providerId="ADAL" clId="{4A87C4DB-1C4A-498F-81CD-2C9696A1684E}" dt="2025-11-10T22:27:56.730" v="3144"/>
          <ac:spMkLst>
            <pc:docMk/>
            <pc:sldMk cId="2149577130" sldId="262"/>
            <ac:spMk id="25" creationId="{4A5AAD6A-1458-7D72-9088-144756F0E26C}"/>
          </ac:spMkLst>
        </pc:spChg>
        <pc:spChg chg="add mod">
          <ac:chgData name="GIUSEPPE DI MARTINO" userId="1db05e77-0cf9-4d32-8200-3e85442b935b" providerId="ADAL" clId="{4A87C4DB-1C4A-498F-81CD-2C9696A1684E}" dt="2025-11-10T22:55:07.601" v="3873" actId="1076"/>
          <ac:spMkLst>
            <pc:docMk/>
            <pc:sldMk cId="2149577130" sldId="262"/>
            <ac:spMk id="26" creationId="{B71EA5E2-D480-4955-E32C-B323D766AD41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27" creationId="{EFAD472E-E794-4786-59CE-62370910E274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28" creationId="{D2C12A69-A5B6-58E4-936A-38F569844D56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29" creationId="{1848AB83-DEC9-9098-982F-68BBC3D99ED9}"/>
          </ac:spMkLst>
        </pc:spChg>
        <pc:spChg chg="add mod">
          <ac:chgData name="GIUSEPPE DI MARTINO" userId="1db05e77-0cf9-4d32-8200-3e85442b935b" providerId="ADAL" clId="{4A87C4DB-1C4A-498F-81CD-2C9696A1684E}" dt="2025-11-10T22:52:56.921" v="3823" actId="1076"/>
          <ac:spMkLst>
            <pc:docMk/>
            <pc:sldMk cId="2149577130" sldId="262"/>
            <ac:spMk id="30" creationId="{9745C6B3-9CBC-C560-333C-F2D59DB4BA92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149577130" sldId="262"/>
            <ac:spMk id="31" creationId="{0D371341-11D7-8966-07E3-639ACD88B5E4}"/>
          </ac:spMkLst>
        </pc:spChg>
        <pc:spChg chg="add mod">
          <ac:chgData name="GIUSEPPE DI MARTINO" userId="1db05e77-0cf9-4d32-8200-3e85442b935b" providerId="ADAL" clId="{4A87C4DB-1C4A-498F-81CD-2C9696A1684E}" dt="2025-11-10T22:46:34.875" v="3759" actId="571"/>
          <ac:spMkLst>
            <pc:docMk/>
            <pc:sldMk cId="2149577130" sldId="262"/>
            <ac:spMk id="32" creationId="{3C08412A-1817-5C25-710E-A5D0330933B1}"/>
          </ac:spMkLst>
        </pc:spChg>
        <pc:spChg chg="add mod">
          <ac:chgData name="GIUSEPPE DI MARTINO" userId="1db05e77-0cf9-4d32-8200-3e85442b935b" providerId="ADAL" clId="{4A87C4DB-1C4A-498F-81CD-2C9696A1684E}" dt="2025-11-10T22:56:58.709" v="3895"/>
          <ac:spMkLst>
            <pc:docMk/>
            <pc:sldMk cId="2149577130" sldId="262"/>
            <ac:spMk id="33" creationId="{991F581B-16A4-6AD4-2D44-5187DD89ADC9}"/>
          </ac:spMkLst>
        </pc:spChg>
        <pc:picChg chg="add del mod">
          <ac:chgData name="GIUSEPPE DI MARTINO" userId="1db05e77-0cf9-4d32-8200-3e85442b935b" providerId="ADAL" clId="{4A87C4DB-1C4A-498F-81CD-2C9696A1684E}" dt="2025-11-10T22:28:14.755" v="3164" actId="22"/>
          <ac:picMkLst>
            <pc:docMk/>
            <pc:sldMk cId="2149577130" sldId="262"/>
            <ac:picMk id="21" creationId="{EF7AB976-AEB7-E83A-1C30-998303738C5C}"/>
          </ac:picMkLst>
        </pc:picChg>
      </pc:sldChg>
      <pc:sldChg chg="addSp delSp modSp add mod">
        <pc:chgData name="GIUSEPPE DI MARTINO" userId="1db05e77-0cf9-4d32-8200-3e85442b935b" providerId="ADAL" clId="{4A87C4DB-1C4A-498F-81CD-2C9696A1684E}" dt="2025-11-11T17:53:23.334" v="8890" actId="1076"/>
        <pc:sldMkLst>
          <pc:docMk/>
          <pc:sldMk cId="3385738450" sldId="263"/>
        </pc:sldMkLst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385738450" sldId="263"/>
            <ac:spMk id="2" creationId="{20175F93-F173-9F65-C2AC-826E9E34905A}"/>
          </ac:spMkLst>
        </pc:spChg>
        <pc:spChg chg="mod">
          <ac:chgData name="GIUSEPPE DI MARTINO" userId="1db05e77-0cf9-4d32-8200-3e85442b935b" providerId="ADAL" clId="{4A87C4DB-1C4A-498F-81CD-2C9696A1684E}" dt="2025-11-10T22:57:04.378" v="3905" actId="20577"/>
          <ac:spMkLst>
            <pc:docMk/>
            <pc:sldMk cId="3385738450" sldId="263"/>
            <ac:spMk id="3" creationId="{4884CA4C-6210-F99F-38D1-363A323F5668}"/>
          </ac:spMkLst>
        </pc:spChg>
        <pc:spChg chg="mod">
          <ac:chgData name="GIUSEPPE DI MARTINO" userId="1db05e77-0cf9-4d32-8200-3e85442b935b" providerId="ADAL" clId="{4A87C4DB-1C4A-498F-81CD-2C9696A1684E}" dt="2025-11-11T17:53:19.314" v="8889" actId="1076"/>
          <ac:spMkLst>
            <pc:docMk/>
            <pc:sldMk cId="3385738450" sldId="263"/>
            <ac:spMk id="4" creationId="{D1952ABE-8FA1-65C6-581A-747D8E049D21}"/>
          </ac:spMkLst>
        </pc:spChg>
        <pc:spChg chg="mod">
          <ac:chgData name="GIUSEPPE DI MARTINO" userId="1db05e77-0cf9-4d32-8200-3e85442b935b" providerId="ADAL" clId="{4A87C4DB-1C4A-498F-81CD-2C9696A1684E}" dt="2025-11-11T17:53:15.208" v="8888" actId="1076"/>
          <ac:spMkLst>
            <pc:docMk/>
            <pc:sldMk cId="3385738450" sldId="263"/>
            <ac:spMk id="7" creationId="{1360593F-86AD-210A-C88C-43DB41C05601}"/>
          </ac:spMkLst>
        </pc:spChg>
        <pc:spChg chg="del">
          <ac:chgData name="GIUSEPPE DI MARTINO" userId="1db05e77-0cf9-4d32-8200-3e85442b935b" providerId="ADAL" clId="{4A87C4DB-1C4A-498F-81CD-2C9696A1684E}" dt="2025-11-10T23:04:23.497" v="4426" actId="478"/>
          <ac:spMkLst>
            <pc:docMk/>
            <pc:sldMk cId="3385738450" sldId="263"/>
            <ac:spMk id="8" creationId="{B5B7D7C7-A92A-0B35-8D7F-221A3AAA8E5B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385738450" sldId="263"/>
            <ac:spMk id="9" creationId="{F48764F0-3091-BBF5-20E2-3E9B2E9C859B}"/>
          </ac:spMkLst>
        </pc:spChg>
        <pc:spChg chg="mod">
          <ac:chgData name="GIUSEPPE DI MARTINO" userId="1db05e77-0cf9-4d32-8200-3e85442b935b" providerId="ADAL" clId="{4A87C4DB-1C4A-498F-81CD-2C9696A1684E}" dt="2025-11-11T17:53:23.334" v="8890" actId="1076"/>
          <ac:spMkLst>
            <pc:docMk/>
            <pc:sldMk cId="3385738450" sldId="263"/>
            <ac:spMk id="11" creationId="{C8F9DC08-BC17-0400-15A5-E341C164D6F0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385738450" sldId="263"/>
            <ac:spMk id="12" creationId="{2DC91006-DAE5-BDBD-D608-ECFB99A7DDEA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385738450" sldId="263"/>
            <ac:spMk id="13" creationId="{9EADC5F8-F807-1EB2-96D0-5C71BD73C4AF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385738450" sldId="263"/>
            <ac:spMk id="14" creationId="{1378DD79-0ECA-C1AA-FFFE-41DE9509A3D5}"/>
          </ac:spMkLst>
        </pc:spChg>
        <pc:spChg chg="mod">
          <ac:chgData name="GIUSEPPE DI MARTINO" userId="1db05e77-0cf9-4d32-8200-3e85442b935b" providerId="ADAL" clId="{4A87C4DB-1C4A-498F-81CD-2C9696A1684E}" dt="2025-11-10T23:20:36.617" v="5119" actId="1076"/>
          <ac:spMkLst>
            <pc:docMk/>
            <pc:sldMk cId="3385738450" sldId="263"/>
            <ac:spMk id="15" creationId="{36528D1A-4336-B800-0A48-6260DAD65AE1}"/>
          </ac:spMkLst>
        </pc:spChg>
        <pc:spChg chg="del">
          <ac:chgData name="GIUSEPPE DI MARTINO" userId="1db05e77-0cf9-4d32-8200-3e85442b935b" providerId="ADAL" clId="{4A87C4DB-1C4A-498F-81CD-2C9696A1684E}" dt="2025-11-10T23:04:24.632" v="4427" actId="478"/>
          <ac:spMkLst>
            <pc:docMk/>
            <pc:sldMk cId="3385738450" sldId="263"/>
            <ac:spMk id="16" creationId="{7FEA1454-BFF6-9F55-A357-F6D78A7BA816}"/>
          </ac:spMkLst>
        </pc:spChg>
        <pc:spChg chg="add del mod">
          <ac:chgData name="GIUSEPPE DI MARTINO" userId="1db05e77-0cf9-4d32-8200-3e85442b935b" providerId="ADAL" clId="{4A87C4DB-1C4A-498F-81CD-2C9696A1684E}" dt="2025-11-10T23:21:06.772" v="5122" actId="1076"/>
          <ac:spMkLst>
            <pc:docMk/>
            <pc:sldMk cId="3385738450" sldId="263"/>
            <ac:spMk id="17" creationId="{94EBBD66-E3D1-CBEC-701B-FCF7A8E09C11}"/>
          </ac:spMkLst>
        </pc:spChg>
        <pc:spChg chg="del">
          <ac:chgData name="GIUSEPPE DI MARTINO" userId="1db05e77-0cf9-4d32-8200-3e85442b935b" providerId="ADAL" clId="{4A87C4DB-1C4A-498F-81CD-2C9696A1684E}" dt="2025-11-10T23:02:56.261" v="4414" actId="478"/>
          <ac:spMkLst>
            <pc:docMk/>
            <pc:sldMk cId="3385738450" sldId="263"/>
            <ac:spMk id="22" creationId="{601AFCDF-0042-08E2-B40E-155FAC2CAD77}"/>
          </ac:spMkLst>
        </pc:spChg>
        <pc:spChg chg="add del mod">
          <ac:chgData name="GIUSEPPE DI MARTINO" userId="1db05e77-0cf9-4d32-8200-3e85442b935b" providerId="ADAL" clId="{4A87C4DB-1C4A-498F-81CD-2C9696A1684E}" dt="2025-11-10T23:21:10.009" v="5123" actId="478"/>
          <ac:spMkLst>
            <pc:docMk/>
            <pc:sldMk cId="3385738450" sldId="263"/>
            <ac:spMk id="24" creationId="{3CDDCB48-6CD6-6D57-08F7-D2DF1185F366}"/>
          </ac:spMkLst>
        </pc:spChg>
        <pc:spChg chg="del">
          <ac:chgData name="GIUSEPPE DI MARTINO" userId="1db05e77-0cf9-4d32-8200-3e85442b935b" providerId="ADAL" clId="{4A87C4DB-1C4A-498F-81CD-2C9696A1684E}" dt="2025-11-10T23:02:59.168" v="4416" actId="478"/>
          <ac:spMkLst>
            <pc:docMk/>
            <pc:sldMk cId="3385738450" sldId="263"/>
            <ac:spMk id="26" creationId="{0C5AF819-F9FB-00F5-494E-6F874A00D39F}"/>
          </ac:spMkLst>
        </pc:spChg>
        <pc:spChg chg="del">
          <ac:chgData name="GIUSEPPE DI MARTINO" userId="1db05e77-0cf9-4d32-8200-3e85442b935b" providerId="ADAL" clId="{4A87C4DB-1C4A-498F-81CD-2C9696A1684E}" dt="2025-11-10T23:02:57.368" v="4415" actId="478"/>
          <ac:spMkLst>
            <pc:docMk/>
            <pc:sldMk cId="3385738450" sldId="263"/>
            <ac:spMk id="27" creationId="{34D90251-ED55-FB7A-2282-DBC2AEB56DB5}"/>
          </ac:spMkLst>
        </pc:spChg>
        <pc:spChg chg="del">
          <ac:chgData name="GIUSEPPE DI MARTINO" userId="1db05e77-0cf9-4d32-8200-3e85442b935b" providerId="ADAL" clId="{4A87C4DB-1C4A-498F-81CD-2C9696A1684E}" dt="2025-11-10T23:04:26.616" v="4428" actId="478"/>
          <ac:spMkLst>
            <pc:docMk/>
            <pc:sldMk cId="3385738450" sldId="263"/>
            <ac:spMk id="28" creationId="{D68C25D1-5CB4-27EC-E6B8-9CBE9DC56403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385738450" sldId="263"/>
            <ac:spMk id="29" creationId="{9AF0051A-0C78-3AC2-994D-59F5E1006BF2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3385738450" sldId="263"/>
            <ac:spMk id="30" creationId="{A3C208C7-22C2-C6CB-9969-4ECDA48D29ED}"/>
          </ac:spMkLst>
        </pc:spChg>
        <pc:spChg chg="mod">
          <ac:chgData name="GIUSEPPE DI MARTINO" userId="1db05e77-0cf9-4d32-8200-3e85442b935b" providerId="ADAL" clId="{4A87C4DB-1C4A-498F-81CD-2C9696A1684E}" dt="2025-11-11T10:20:23.659" v="7596" actId="20577"/>
          <ac:spMkLst>
            <pc:docMk/>
            <pc:sldMk cId="3385738450" sldId="263"/>
            <ac:spMk id="31" creationId="{A53A6EE9-1D98-099A-ECCF-D15EE4637144}"/>
          </ac:spMkLst>
        </pc:spChg>
        <pc:picChg chg="add mod modCrop">
          <ac:chgData name="GIUSEPPE DI MARTINO" userId="1db05e77-0cf9-4d32-8200-3e85442b935b" providerId="ADAL" clId="{4A87C4DB-1C4A-498F-81CD-2C9696A1684E}" dt="2025-11-10T23:13:00.645" v="4679" actId="732"/>
          <ac:picMkLst>
            <pc:docMk/>
            <pc:sldMk cId="3385738450" sldId="263"/>
            <ac:picMk id="5" creationId="{DBD6F30D-76CE-F255-1D4F-0665A2BEC7EE}"/>
          </ac:picMkLst>
        </pc:picChg>
        <pc:picChg chg="add mod">
          <ac:chgData name="GIUSEPPE DI MARTINO" userId="1db05e77-0cf9-4d32-8200-3e85442b935b" providerId="ADAL" clId="{4A87C4DB-1C4A-498F-81CD-2C9696A1684E}" dt="2025-11-10T23:07:39.496" v="4469" actId="571"/>
          <ac:picMkLst>
            <pc:docMk/>
            <pc:sldMk cId="3385738450" sldId="263"/>
            <ac:picMk id="6" creationId="{366846E3-C4F1-8B54-91B4-E7B8B1FAEC71}"/>
          </ac:picMkLst>
        </pc:picChg>
        <pc:picChg chg="add mod modCrop">
          <ac:chgData name="GIUSEPPE DI MARTINO" userId="1db05e77-0cf9-4d32-8200-3e85442b935b" providerId="ADAL" clId="{4A87C4DB-1C4A-498F-81CD-2C9696A1684E}" dt="2025-11-10T23:21:01.478" v="5121" actId="1076"/>
          <ac:picMkLst>
            <pc:docMk/>
            <pc:sldMk cId="3385738450" sldId="263"/>
            <ac:picMk id="10" creationId="{5AA11701-C93F-FC61-0518-AAB589201617}"/>
          </ac:picMkLst>
        </pc:picChg>
        <pc:picChg chg="add mod ord modCrop">
          <ac:chgData name="GIUSEPPE DI MARTINO" userId="1db05e77-0cf9-4d32-8200-3e85442b935b" providerId="ADAL" clId="{4A87C4DB-1C4A-498F-81CD-2C9696A1684E}" dt="2025-11-10T23:21:01.478" v="5121" actId="1076"/>
          <ac:picMkLst>
            <pc:docMk/>
            <pc:sldMk cId="3385738450" sldId="263"/>
            <ac:picMk id="18" creationId="{25BEA4B0-84A2-085D-814B-A1FD28FE7460}"/>
          </ac:picMkLst>
        </pc:picChg>
        <pc:picChg chg="add mod modCrop">
          <ac:chgData name="GIUSEPPE DI MARTINO" userId="1db05e77-0cf9-4d32-8200-3e85442b935b" providerId="ADAL" clId="{4A87C4DB-1C4A-498F-81CD-2C9696A1684E}" dt="2025-11-10T23:21:01.478" v="5121" actId="1076"/>
          <ac:picMkLst>
            <pc:docMk/>
            <pc:sldMk cId="3385738450" sldId="263"/>
            <ac:picMk id="19" creationId="{4ADB6E0B-4479-99BA-8A81-02C8A40493B2}"/>
          </ac:picMkLst>
        </pc:picChg>
        <pc:picChg chg="add mod modCrop">
          <ac:chgData name="GIUSEPPE DI MARTINO" userId="1db05e77-0cf9-4d32-8200-3e85442b935b" providerId="ADAL" clId="{4A87C4DB-1C4A-498F-81CD-2C9696A1684E}" dt="2025-11-10T23:21:01.478" v="5121" actId="1076"/>
          <ac:picMkLst>
            <pc:docMk/>
            <pc:sldMk cId="3385738450" sldId="263"/>
            <ac:picMk id="20" creationId="{AF59AFB6-CCC1-5844-97AC-B1941383D5FB}"/>
          </ac:picMkLst>
        </pc:picChg>
        <pc:picChg chg="add mod modCrop">
          <ac:chgData name="GIUSEPPE DI MARTINO" userId="1db05e77-0cf9-4d32-8200-3e85442b935b" providerId="ADAL" clId="{4A87C4DB-1C4A-498F-81CD-2C9696A1684E}" dt="2025-11-10T23:21:24.485" v="5127" actId="732"/>
          <ac:picMkLst>
            <pc:docMk/>
            <pc:sldMk cId="3385738450" sldId="263"/>
            <ac:picMk id="21" creationId="{7523DC74-A0C1-F572-1AEE-73149B9ABBFC}"/>
          </ac:picMkLst>
        </pc:picChg>
        <pc:picChg chg="add mod ord modCrop">
          <ac:chgData name="GIUSEPPE DI MARTINO" userId="1db05e77-0cf9-4d32-8200-3e85442b935b" providerId="ADAL" clId="{4A87C4DB-1C4A-498F-81CD-2C9696A1684E}" dt="2025-11-10T23:21:28.775" v="5128" actId="732"/>
          <ac:picMkLst>
            <pc:docMk/>
            <pc:sldMk cId="3385738450" sldId="263"/>
            <ac:picMk id="23" creationId="{063A76A7-F49B-8325-0EAE-D3952C51DF6D}"/>
          </ac:picMkLst>
        </pc:picChg>
      </pc:sldChg>
      <pc:sldChg chg="addSp delSp modSp add del mod ord">
        <pc:chgData name="GIUSEPPE DI MARTINO" userId="1db05e77-0cf9-4d32-8200-3e85442b935b" providerId="ADAL" clId="{4A87C4DB-1C4A-498F-81CD-2C9696A1684E}" dt="2025-11-10T23:51:43.923" v="5808" actId="2696"/>
        <pc:sldMkLst>
          <pc:docMk/>
          <pc:sldMk cId="2631848868" sldId="264"/>
        </pc:sldMkLst>
        <pc:spChg chg="mod">
          <ac:chgData name="GIUSEPPE DI MARTINO" userId="1db05e77-0cf9-4d32-8200-3e85442b935b" providerId="ADAL" clId="{4A87C4DB-1C4A-498F-81CD-2C9696A1684E}" dt="2025-11-10T23:30:06.632" v="5339" actId="1076"/>
          <ac:spMkLst>
            <pc:docMk/>
            <pc:sldMk cId="2631848868" sldId="264"/>
            <ac:spMk id="2" creationId="{03126CDF-21E2-24D8-2D71-6BE77C93EBE3}"/>
          </ac:spMkLst>
        </pc:spChg>
        <pc:spChg chg="mod">
          <ac:chgData name="GIUSEPPE DI MARTINO" userId="1db05e77-0cf9-4d32-8200-3e85442b935b" providerId="ADAL" clId="{4A87C4DB-1C4A-498F-81CD-2C9696A1684E}" dt="2025-11-10T23:28:49.266" v="5228" actId="20577"/>
          <ac:spMkLst>
            <pc:docMk/>
            <pc:sldMk cId="2631848868" sldId="264"/>
            <ac:spMk id="3" creationId="{757EABE4-295E-16F1-F3E1-8128E6A5AF7B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4" creationId="{38B57146-AFA4-E2F7-79F1-2FE17DD4F774}"/>
          </ac:spMkLst>
        </pc:spChg>
        <pc:spChg chg="del">
          <ac:chgData name="GIUSEPPE DI MARTINO" userId="1db05e77-0cf9-4d32-8200-3e85442b935b" providerId="ADAL" clId="{4A87C4DB-1C4A-498F-81CD-2C9696A1684E}" dt="2025-11-10T23:30:12.373" v="5341" actId="478"/>
          <ac:spMkLst>
            <pc:docMk/>
            <pc:sldMk cId="2631848868" sldId="264"/>
            <ac:spMk id="7" creationId="{22EE1D41-266C-139C-F644-33A30548D989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8" creationId="{DE70E399-5B79-1E7E-7C40-1378E3CF75C0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9" creationId="{3C2F1BB4-6CBF-7EDA-2FA9-A16673176F86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13" creationId="{7B738874-940B-9BD0-EE2E-911EBBA9C9F9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15" creationId="{04FF3C2C-E7B9-7673-52A3-A5E5AB5488AD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16" creationId="{B57786EB-EE19-0FF6-CCC1-06E910F05B59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26" creationId="{F6277D83-19A9-8C0A-E2ED-F03775E03DD2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27" creationId="{E91E9ADA-003B-C937-8CC7-5B98D13BE84F}"/>
          </ac:spMkLst>
        </pc:spChg>
        <pc:spChg chg="del mod">
          <ac:chgData name="GIUSEPPE DI MARTINO" userId="1db05e77-0cf9-4d32-8200-3e85442b935b" providerId="ADAL" clId="{4A87C4DB-1C4A-498F-81CD-2C9696A1684E}" dt="2025-11-10T23:30:13.738" v="5343" actId="478"/>
          <ac:spMkLst>
            <pc:docMk/>
            <pc:sldMk cId="2631848868" sldId="264"/>
            <ac:spMk id="29" creationId="{F432466C-C0D3-CA7F-BA02-63D4AD141D25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30" creationId="{DE62E41A-2CC6-1B19-3B1B-B4D9DC26F98F}"/>
          </ac:spMkLst>
        </pc:spChg>
        <pc:spChg chg="del">
          <ac:chgData name="GIUSEPPE DI MARTINO" userId="1db05e77-0cf9-4d32-8200-3e85442b935b" providerId="ADAL" clId="{4A87C4DB-1C4A-498F-81CD-2C9696A1684E}" dt="2025-11-10T23:30:08.815" v="5340" actId="478"/>
          <ac:spMkLst>
            <pc:docMk/>
            <pc:sldMk cId="2631848868" sldId="264"/>
            <ac:spMk id="31" creationId="{848A6BD9-868A-82CA-099B-CEF89EEBA69C}"/>
          </ac:spMkLst>
        </pc:spChg>
        <pc:picChg chg="add mod">
          <ac:chgData name="GIUSEPPE DI MARTINO" userId="1db05e77-0cf9-4d32-8200-3e85442b935b" providerId="ADAL" clId="{4A87C4DB-1C4A-498F-81CD-2C9696A1684E}" dt="2025-11-10T23:31:11.449" v="5349" actId="14100"/>
          <ac:picMkLst>
            <pc:docMk/>
            <pc:sldMk cId="2631848868" sldId="264"/>
            <ac:picMk id="5" creationId="{6794F6AF-3ACC-41B5-8846-1F81849F8085}"/>
          </ac:picMkLst>
        </pc:picChg>
      </pc:sldChg>
      <pc:sldChg chg="addSp delSp modSp add mod ord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4209808121" sldId="265"/>
        </pc:sldMkLst>
        <pc:spChg chg="mod or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209808121" sldId="265"/>
            <ac:spMk id="2" creationId="{F9A2DC5B-F397-FEEF-5ACF-F12B2FDE4441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209808121" sldId="265"/>
            <ac:spMk id="3" creationId="{5219447C-9894-B7E5-A13E-2A7C0EA83828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4" creationId="{77A7E90B-213A-E6A7-81DE-D414BBD7562D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9" creationId="{5ADA5C70-AE3D-A1F7-D768-F355CAD95878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11" creationId="{68F00FB9-3839-17C3-1C9A-5EC6311603BF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13" creationId="{84CF1D66-E625-38C3-8B05-701099BAD0DA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14" creationId="{EA8FF512-9520-FB19-524C-338D44833C6D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22" creationId="{4BB53EB7-32B4-B1EE-E2EA-6191389B7773}"/>
          </ac:spMkLst>
        </pc:spChg>
        <pc:spChg chg="add del mod">
          <ac:chgData name="GIUSEPPE DI MARTINO" userId="1db05e77-0cf9-4d32-8200-3e85442b935b" providerId="ADAL" clId="{4A87C4DB-1C4A-498F-81CD-2C9696A1684E}" dt="2025-11-11T00:25:42.377" v="7545" actId="478"/>
          <ac:spMkLst>
            <pc:docMk/>
            <pc:sldMk cId="4209808121" sldId="265"/>
            <ac:spMk id="24" creationId="{4B8A9A63-F33D-DFAE-546F-F60E19B634E6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26" creationId="{9DDCFA00-1BC2-ABC2-48B5-E07FE529CCA9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28" creationId="{BB45A78B-A9B0-7D4C-750B-0B427506D93A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30" creationId="{4FAE2BC3-9F2E-9B8E-8A14-0E230B90993F}"/>
          </ac:spMkLst>
        </pc:spChg>
        <pc:spChg chg="add del">
          <ac:chgData name="GIUSEPPE DI MARTINO" userId="1db05e77-0cf9-4d32-8200-3e85442b935b" providerId="ADAL" clId="{4A87C4DB-1C4A-498F-81CD-2C9696A1684E}" dt="2025-11-10T23:30:04.049" v="5337" actId="478"/>
          <ac:spMkLst>
            <pc:docMk/>
            <pc:sldMk cId="4209808121" sldId="265"/>
            <ac:spMk id="31" creationId="{E547D969-0163-0F1D-D397-0D0AD82B1CBA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209808121" sldId="265"/>
            <ac:spMk id="33" creationId="{82466315-EC87-E521-8F3C-C1A6049A40A2}"/>
          </ac:spMkLst>
        </pc:spChg>
        <pc:grpChg chg="add del mod">
          <ac:chgData name="GIUSEPPE DI MARTINO" userId="1db05e77-0cf9-4d32-8200-3e85442b935b" providerId="ADAL" clId="{4A87C4DB-1C4A-498F-81CD-2C9696A1684E}" dt="2025-11-11T00:25:42.991" v="7546" actId="478"/>
          <ac:grpSpMkLst>
            <pc:docMk/>
            <pc:sldMk cId="4209808121" sldId="265"/>
            <ac:grpSpMk id="25" creationId="{E866693E-2F94-F5FD-2A69-1142F6187570}"/>
          </ac:grpSpMkLst>
        </pc:grpChg>
        <pc:picChg chg="add mod ord modCrop">
          <ac:chgData name="GIUSEPPE DI MARTINO" userId="1db05e77-0cf9-4d32-8200-3e85442b935b" providerId="ADAL" clId="{4A87C4DB-1C4A-498F-81CD-2C9696A1684E}" dt="2025-11-10T23:54:39.080" v="5837" actId="164"/>
          <ac:picMkLst>
            <pc:docMk/>
            <pc:sldMk cId="4209808121" sldId="265"/>
            <ac:picMk id="5" creationId="{0A20BA37-199B-2D17-08AF-E194E5BB12D1}"/>
          </ac:picMkLst>
        </pc:picChg>
        <pc:picChg chg="add del mod modCrop">
          <ac:chgData name="GIUSEPPE DI MARTINO" userId="1db05e77-0cf9-4d32-8200-3e85442b935b" providerId="ADAL" clId="{4A87C4DB-1C4A-498F-81CD-2C9696A1684E}" dt="2025-11-10T23:47:09.897" v="5680" actId="478"/>
          <ac:picMkLst>
            <pc:docMk/>
            <pc:sldMk cId="4209808121" sldId="265"/>
            <ac:picMk id="6" creationId="{F398263B-435A-DB2B-4ECB-206D147A628D}"/>
          </ac:picMkLst>
        </pc:picChg>
        <pc:picChg chg="add del mod modCrop">
          <ac:chgData name="GIUSEPPE DI MARTINO" userId="1db05e77-0cf9-4d32-8200-3e85442b935b" providerId="ADAL" clId="{4A87C4DB-1C4A-498F-81CD-2C9696A1684E}" dt="2025-11-11T00:25:40.698" v="7543" actId="478"/>
          <ac:picMkLst>
            <pc:docMk/>
            <pc:sldMk cId="4209808121" sldId="265"/>
            <ac:picMk id="10" creationId="{9ECA30D5-2063-106E-2D89-9597D112E731}"/>
          </ac:picMkLst>
        </pc:picChg>
        <pc:picChg chg="add del mod modCrop">
          <ac:chgData name="GIUSEPPE DI MARTINO" userId="1db05e77-0cf9-4d32-8200-3e85442b935b" providerId="ADAL" clId="{4A87C4DB-1C4A-498F-81CD-2C9696A1684E}" dt="2025-11-10T23:48:00.395" v="5702" actId="478"/>
          <ac:picMkLst>
            <pc:docMk/>
            <pc:sldMk cId="4209808121" sldId="265"/>
            <ac:picMk id="12" creationId="{B09E2248-2074-41E3-20B8-956DBF11512A}"/>
          </ac:picMkLst>
        </pc:picChg>
        <pc:picChg chg="add mod">
          <ac:chgData name="GIUSEPPE DI MARTINO" userId="1db05e77-0cf9-4d32-8200-3e85442b935b" providerId="ADAL" clId="{4A87C4DB-1C4A-498F-81CD-2C9696A1684E}" dt="2025-11-10T23:48:06.815" v="5704"/>
          <ac:picMkLst>
            <pc:docMk/>
            <pc:sldMk cId="4209808121" sldId="265"/>
            <ac:picMk id="17" creationId="{17BC8AE2-7F4E-C43A-5B79-92CB1B65F112}"/>
          </ac:picMkLst>
        </pc:picChg>
        <pc:picChg chg="add del mod modCrop">
          <ac:chgData name="GIUSEPPE DI MARTINO" userId="1db05e77-0cf9-4d32-8200-3e85442b935b" providerId="ADAL" clId="{4A87C4DB-1C4A-498F-81CD-2C9696A1684E}" dt="2025-11-10T23:50:26.705" v="5725" actId="478"/>
          <ac:picMkLst>
            <pc:docMk/>
            <pc:sldMk cId="4209808121" sldId="265"/>
            <ac:picMk id="18" creationId="{B3F28CA9-A02C-67B0-BAA4-443E75AC4089}"/>
          </ac:picMkLst>
        </pc:picChg>
        <pc:picChg chg="add del mod modCrop">
          <ac:chgData name="GIUSEPPE DI MARTINO" userId="1db05e77-0cf9-4d32-8200-3e85442b935b" providerId="ADAL" clId="{4A87C4DB-1C4A-498F-81CD-2C9696A1684E}" dt="2025-11-10T23:50:20.231" v="5723" actId="478"/>
          <ac:picMkLst>
            <pc:docMk/>
            <pc:sldMk cId="4209808121" sldId="265"/>
            <ac:picMk id="19" creationId="{89C5E96B-300D-1099-EF0A-098DFADE8399}"/>
          </ac:picMkLst>
        </pc:picChg>
        <pc:picChg chg="add mod modCrop">
          <ac:chgData name="GIUSEPPE DI MARTINO" userId="1db05e77-0cf9-4d32-8200-3e85442b935b" providerId="ADAL" clId="{4A87C4DB-1C4A-498F-81CD-2C9696A1684E}" dt="2025-11-10T23:54:39.080" v="5837" actId="164"/>
          <ac:picMkLst>
            <pc:docMk/>
            <pc:sldMk cId="4209808121" sldId="265"/>
            <ac:picMk id="20" creationId="{AD26DE51-F472-5CB7-CA46-95227B43198C}"/>
          </ac:picMkLst>
        </pc:picChg>
        <pc:picChg chg="add mod modCrop">
          <ac:chgData name="GIUSEPPE DI MARTINO" userId="1db05e77-0cf9-4d32-8200-3e85442b935b" providerId="ADAL" clId="{4A87C4DB-1C4A-498F-81CD-2C9696A1684E}" dt="2025-11-10T23:54:39.080" v="5837" actId="164"/>
          <ac:picMkLst>
            <pc:docMk/>
            <pc:sldMk cId="4209808121" sldId="265"/>
            <ac:picMk id="23" creationId="{EC2FECAC-5229-D8B1-4F2C-747226CF6D86}"/>
          </ac:picMkLst>
        </pc:picChg>
        <pc:picChg chg="add mod">
          <ac:chgData name="GIUSEPPE DI MARTINO" userId="1db05e77-0cf9-4d32-8200-3e85442b935b" providerId="ADAL" clId="{4A87C4DB-1C4A-498F-81CD-2C9696A1684E}" dt="2025-11-11T00:26:12.443" v="7549" actId="1076"/>
          <ac:picMkLst>
            <pc:docMk/>
            <pc:sldMk cId="4209808121" sldId="265"/>
            <ac:picMk id="35" creationId="{97938E39-40F7-410E-BC32-974832E820EC}"/>
          </ac:picMkLst>
        </pc:picChg>
      </pc:sldChg>
      <pc:sldChg chg="addSp delSp modSp add mod ord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4189752594" sldId="266"/>
        </pc:sldMkLst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2" creationId="{9B1D90F2-351F-4CF6-D201-746994BB1417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3" creationId="{6A42A961-39E3-975F-6A72-3987AF6FCB7F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4" creationId="{874BB48F-5ADC-4B44-D551-FE78662E827E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7" creationId="{E2788C17-8521-5E18-82DE-97BE630B2422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8" creationId="{F2BEBCC9-44E8-88BF-5808-AE252807B270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9" creationId="{6078674C-5206-0E2A-1875-2066D5C30924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11" creationId="{AEE7F049-1043-FF6D-65E9-FD2313EF8645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14" creationId="{0B92AE08-4E87-FDA7-2C4F-45893F739576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15" creationId="{91073CA3-7103-4BF7-5F92-7D38228E84A8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16" creationId="{32F5C8F3-129B-2742-9696-A88ACFDA6173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18" creationId="{5E650AFE-0CB7-F85C-FD63-599C37B626F5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19" creationId="{EDD0BAFE-3CA2-2FC2-0B22-714AEBA1839B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20" creationId="{BE2727B9-C7A9-7BEB-1245-6132AF32088A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21" creationId="{3D8BAD62-A973-02AB-6A18-0D1BE100759A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23" creationId="{1B9D7929-E7CA-3045-EC81-F195AB106EB9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24" creationId="{66CD9DAA-30C3-694F-37D5-2AB295AD2466}"/>
          </ac:spMkLst>
        </pc:spChg>
        <pc:spChg chg="add mod">
          <ac:chgData name="GIUSEPPE DI MARTINO" userId="1db05e77-0cf9-4d32-8200-3e85442b935b" providerId="ADAL" clId="{4A87C4DB-1C4A-498F-81CD-2C9696A1684E}" dt="2025-11-10T23:38:47.136" v="5518"/>
          <ac:spMkLst>
            <pc:docMk/>
            <pc:sldMk cId="4189752594" sldId="266"/>
            <ac:spMk id="25" creationId="{73461C41-01F2-DB2F-E0B4-BB77F9500744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26" creationId="{3BE1F0C8-F934-DE9A-25FE-9F8344D24A31}"/>
          </ac:spMkLst>
        </pc:spChg>
        <pc:spChg chg="del mod">
          <ac:chgData name="GIUSEPPE DI MARTINO" userId="1db05e77-0cf9-4d32-8200-3e85442b935b" providerId="ADAL" clId="{4A87C4DB-1C4A-498F-81CD-2C9696A1684E}" dt="2025-11-10T23:29:45.571" v="5333" actId="478"/>
          <ac:spMkLst>
            <pc:docMk/>
            <pc:sldMk cId="4189752594" sldId="266"/>
            <ac:spMk id="28" creationId="{E2F47493-FD8E-9351-3B51-BE3066118EDE}"/>
          </ac:spMkLst>
        </pc:spChg>
        <pc:spChg chg="del">
          <ac:chgData name="GIUSEPPE DI MARTINO" userId="1db05e77-0cf9-4d32-8200-3e85442b935b" providerId="ADAL" clId="{4A87C4DB-1C4A-498F-81CD-2C9696A1684E}" dt="2025-11-10T23:29:42.977" v="5331" actId="478"/>
          <ac:spMkLst>
            <pc:docMk/>
            <pc:sldMk cId="4189752594" sldId="266"/>
            <ac:spMk id="29" creationId="{A9E4F26C-FDDA-217D-A4D5-C17E70E1027F}"/>
          </ac:spMkLst>
        </pc:spChg>
        <pc:spChg chg="del">
          <ac:chgData name="GIUSEPPE DI MARTINO" userId="1db05e77-0cf9-4d32-8200-3e85442b935b" providerId="ADAL" clId="{4A87C4DB-1C4A-498F-81CD-2C9696A1684E}" dt="2025-11-10T23:29:39.821" v="5330" actId="478"/>
          <ac:spMkLst>
            <pc:docMk/>
            <pc:sldMk cId="4189752594" sldId="266"/>
            <ac:spMk id="31" creationId="{6373F0AE-456D-1FC8-683A-E596211322CD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189752594" sldId="266"/>
            <ac:spMk id="35" creationId="{D186C6FC-BF0F-B35D-4222-16BE31F07E03}"/>
          </ac:spMkLst>
        </pc:spChg>
        <pc:picChg chg="add mod">
          <ac:chgData name="GIUSEPPE DI MARTINO" userId="1db05e77-0cf9-4d32-8200-3e85442b935b" providerId="ADAL" clId="{4A87C4DB-1C4A-498F-81CD-2C9696A1684E}" dt="2025-11-10T23:42:30.394" v="5639" actId="14100"/>
          <ac:picMkLst>
            <pc:docMk/>
            <pc:sldMk cId="4189752594" sldId="266"/>
            <ac:picMk id="5" creationId="{193F18BB-F777-002B-CB40-FEF76731399D}"/>
          </ac:picMkLst>
        </pc:picChg>
        <pc:picChg chg="add mod modCrop">
          <ac:chgData name="GIUSEPPE DI MARTINO" userId="1db05e77-0cf9-4d32-8200-3e85442b935b" providerId="ADAL" clId="{4A87C4DB-1C4A-498F-81CD-2C9696A1684E}" dt="2025-11-10T23:42:10.031" v="5634" actId="1076"/>
          <ac:picMkLst>
            <pc:docMk/>
            <pc:sldMk cId="4189752594" sldId="266"/>
            <ac:picMk id="6" creationId="{8BDD1409-914A-79B8-39B2-3333A94FEFD1}"/>
          </ac:picMkLst>
        </pc:picChg>
        <pc:picChg chg="add del mod modCrop">
          <ac:chgData name="GIUSEPPE DI MARTINO" userId="1db05e77-0cf9-4d32-8200-3e85442b935b" providerId="ADAL" clId="{4A87C4DB-1C4A-498F-81CD-2C9696A1684E}" dt="2025-11-10T23:41:52.308" v="5631" actId="478"/>
          <ac:picMkLst>
            <pc:docMk/>
            <pc:sldMk cId="4189752594" sldId="266"/>
            <ac:picMk id="10" creationId="{2DF58A7E-8CE5-7020-2D15-99E0FE48AC1B}"/>
          </ac:picMkLst>
        </pc:picChg>
        <pc:picChg chg="add del mod modCrop">
          <ac:chgData name="GIUSEPPE DI MARTINO" userId="1db05e77-0cf9-4d32-8200-3e85442b935b" providerId="ADAL" clId="{4A87C4DB-1C4A-498F-81CD-2C9696A1684E}" dt="2025-11-10T23:36:49.056" v="5437" actId="478"/>
          <ac:picMkLst>
            <pc:docMk/>
            <pc:sldMk cId="4189752594" sldId="266"/>
            <ac:picMk id="12" creationId="{12BC9BCC-DEC3-3EA1-D8C8-CA690148CDE0}"/>
          </ac:picMkLst>
        </pc:picChg>
        <pc:picChg chg="add mod modCrop">
          <ac:chgData name="GIUSEPPE DI MARTINO" userId="1db05e77-0cf9-4d32-8200-3e85442b935b" providerId="ADAL" clId="{4A87C4DB-1C4A-498F-81CD-2C9696A1684E}" dt="2025-11-10T23:36:37.224" v="5435" actId="1076"/>
          <ac:picMkLst>
            <pc:docMk/>
            <pc:sldMk cId="4189752594" sldId="266"/>
            <ac:picMk id="17" creationId="{AFBB7F31-6A1C-D139-B58E-2D4B381D4209}"/>
          </ac:picMkLst>
        </pc:picChg>
        <pc:picChg chg="add mod modCrop">
          <ac:chgData name="GIUSEPPE DI MARTINO" userId="1db05e77-0cf9-4d32-8200-3e85442b935b" providerId="ADAL" clId="{4A87C4DB-1C4A-498F-81CD-2C9696A1684E}" dt="2025-11-10T23:42:15.868" v="5636" actId="1076"/>
          <ac:picMkLst>
            <pc:docMk/>
            <pc:sldMk cId="4189752594" sldId="266"/>
            <ac:picMk id="33" creationId="{03C9CB0C-E125-4E6B-7DDE-332D1A7D91A9}"/>
          </ac:picMkLst>
        </pc:picChg>
      </pc:sldChg>
      <pc:sldChg chg="addSp delSp modSp add mod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67375571" sldId="267"/>
        </pc:sldMkLst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2" creationId="{FE57D87B-B7CF-4F96-A488-7852FA54678E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3" creationId="{A127AC31-759A-7226-C4DC-2A62353118BE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5" creationId="{E8012E6F-DA37-B9E4-63C7-429F8BC98A42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6" creationId="{84CD7EF2-284F-A061-C372-987358754F1C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7" creationId="{49264A49-77E8-0FE9-7AB8-2C4E17273B6A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8" creationId="{E8C101BE-12AA-90E2-366E-99B4F7EB3EBD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9" creationId="{08762391-F352-CBBB-E86B-605546FE7339}"/>
          </ac:spMkLst>
        </pc:spChg>
        <pc:spChg chg="add mod">
          <ac:chgData name="GIUSEPPE DI MARTINO" userId="1db05e77-0cf9-4d32-8200-3e85442b935b" providerId="ADAL" clId="{4A87C4DB-1C4A-498F-81CD-2C9696A1684E}" dt="2025-11-11T00:05:53.460" v="6967" actId="1076"/>
          <ac:spMkLst>
            <pc:docMk/>
            <pc:sldMk cId="67375571" sldId="267"/>
            <ac:spMk id="10" creationId="{88569D36-20DD-BEB2-C472-3D45A321E82C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12" creationId="{D4371C71-817B-FB53-A5D8-3DBAADB277F9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14" creationId="{3BDD89D7-6A85-AC77-6AEE-93A1E9BF04D4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17" creationId="{65FB9399-C379-C2EA-24CA-786990DD0CBB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19" creationId="{A617BC41-4EAA-54CC-CAC3-8C16CC2D26BF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20" creationId="{FD3545CF-C6BB-58F6-3B58-64C5FECBDB92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21" creationId="{0C2F74A4-8A2B-F487-7E36-8527413BB028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67375571" sldId="267"/>
            <ac:spMk id="23" creationId="{0C277FF9-3D60-78D7-3450-8218FC9D1998}"/>
          </ac:spMkLst>
        </pc:spChg>
        <pc:spChg chg="add del mod">
          <ac:chgData name="GIUSEPPE DI MARTINO" userId="1db05e77-0cf9-4d32-8200-3e85442b935b" providerId="ADAL" clId="{4A87C4DB-1C4A-498F-81CD-2C9696A1684E}" dt="2025-11-11T12:21:39.233" v="8600" actId="478"/>
          <ac:spMkLst>
            <pc:docMk/>
            <pc:sldMk cId="67375571" sldId="267"/>
            <ac:spMk id="24" creationId="{7BB3F8BD-03CC-A51A-0698-C63656AC4F42}"/>
          </ac:spMkLst>
        </pc:spChg>
        <pc:spChg chg="add del mod">
          <ac:chgData name="GIUSEPPE DI MARTINO" userId="1db05e77-0cf9-4d32-8200-3e85442b935b" providerId="ADAL" clId="{4A87C4DB-1C4A-498F-81CD-2C9696A1684E}" dt="2025-11-11T12:21:39.233" v="8600" actId="478"/>
          <ac:spMkLst>
            <pc:docMk/>
            <pc:sldMk cId="67375571" sldId="267"/>
            <ac:spMk id="25" creationId="{38D565A5-DAA7-7730-2E52-831D5CFF25F3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26" creationId="{EB6DFCA6-1D69-6428-85F6-984FB16CF9E0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27" creationId="{E6451825-FAA2-3114-8393-FCAD9E06A7E3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28" creationId="{FB2B6FEE-48FC-8887-D36A-C51D6B13C800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29" creationId="{308D628A-1024-EEBA-271D-9CF781C86B63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30" creationId="{365DF5AF-974A-F66D-23F9-7B5E23A78B58}"/>
          </ac:spMkLst>
        </pc:spChg>
        <pc:spChg chg="del">
          <ac:chgData name="GIUSEPPE DI MARTINO" userId="1db05e77-0cf9-4d32-8200-3e85442b935b" providerId="ADAL" clId="{4A87C4DB-1C4A-498F-81CD-2C9696A1684E}" dt="2025-11-10T23:29:49.597" v="5334" actId="478"/>
          <ac:spMkLst>
            <pc:docMk/>
            <pc:sldMk cId="67375571" sldId="267"/>
            <ac:spMk id="31" creationId="{2FB20440-7D67-4C18-F0F2-4EDC5CC8A6F3}"/>
          </ac:spMkLst>
        </pc:spChg>
        <pc:spChg chg="add del mod">
          <ac:chgData name="GIUSEPPE DI MARTINO" userId="1db05e77-0cf9-4d32-8200-3e85442b935b" providerId="ADAL" clId="{4A87C4DB-1C4A-498F-81CD-2C9696A1684E}" dt="2025-11-11T12:21:44.590" v="8602" actId="478"/>
          <ac:spMkLst>
            <pc:docMk/>
            <pc:sldMk cId="67375571" sldId="267"/>
            <ac:spMk id="32" creationId="{209B67BA-CFC7-2BD4-3D8B-0AADFF33F984}"/>
          </ac:spMkLst>
        </pc:spChg>
        <pc:picChg chg="add del mod">
          <ac:chgData name="GIUSEPPE DI MARTINO" userId="1db05e77-0cf9-4d32-8200-3e85442b935b" providerId="ADAL" clId="{4A87C4DB-1C4A-498F-81CD-2C9696A1684E}" dt="2025-11-11T12:21:39.233" v="8600" actId="478"/>
          <ac:picMkLst>
            <pc:docMk/>
            <pc:sldMk cId="67375571" sldId="267"/>
            <ac:picMk id="34" creationId="{7A038C74-397C-2ADB-407D-60D91B22B869}"/>
          </ac:picMkLst>
        </pc:picChg>
        <pc:picChg chg="add del mod">
          <ac:chgData name="GIUSEPPE DI MARTINO" userId="1db05e77-0cf9-4d32-8200-3e85442b935b" providerId="ADAL" clId="{4A87C4DB-1C4A-498F-81CD-2C9696A1684E}" dt="2025-11-11T12:21:39.233" v="8600" actId="478"/>
          <ac:picMkLst>
            <pc:docMk/>
            <pc:sldMk cId="67375571" sldId="267"/>
            <ac:picMk id="36" creationId="{4190B35C-7F6D-D1B3-3A74-76F29879E5D2}"/>
          </ac:picMkLst>
        </pc:picChg>
        <pc:picChg chg="add del mod">
          <ac:chgData name="GIUSEPPE DI MARTINO" userId="1db05e77-0cf9-4d32-8200-3e85442b935b" providerId="ADAL" clId="{4A87C4DB-1C4A-498F-81CD-2C9696A1684E}" dt="2025-11-11T12:21:39.233" v="8600" actId="478"/>
          <ac:picMkLst>
            <pc:docMk/>
            <pc:sldMk cId="67375571" sldId="267"/>
            <ac:picMk id="37" creationId="{C8D2309C-84FE-A1AB-8E7C-E37FC0B56986}"/>
          </ac:picMkLst>
        </pc:picChg>
        <pc:picChg chg="add del mod">
          <ac:chgData name="GIUSEPPE DI MARTINO" userId="1db05e77-0cf9-4d32-8200-3e85442b935b" providerId="ADAL" clId="{4A87C4DB-1C4A-498F-81CD-2C9696A1684E}" dt="2025-11-11T12:21:39.233" v="8600" actId="478"/>
          <ac:picMkLst>
            <pc:docMk/>
            <pc:sldMk cId="67375571" sldId="267"/>
            <ac:picMk id="38" creationId="{39B08E82-9E32-4E38-05E4-BFBD3BEFA3A9}"/>
          </ac:picMkLst>
        </pc:picChg>
      </pc:sldChg>
      <pc:sldChg chg="addSp delSp modSp add mod modShow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268066109" sldId="268"/>
        </pc:sldMkLst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68066109" sldId="268"/>
            <ac:spMk id="2" creationId="{B03F171F-6BCD-2AD4-4246-0E163EDB500A}"/>
          </ac:spMkLst>
        </pc:spChg>
        <pc:spChg chg="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68066109" sldId="268"/>
            <ac:spMk id="3" creationId="{2F3EC0C9-BD5A-26C4-3CD1-4BDDC22BEF04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68066109" sldId="268"/>
            <ac:spMk id="5" creationId="{E22EE850-5F5B-F3AA-61F3-601C106F32F4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68066109" sldId="268"/>
            <ac:spMk id="6" creationId="{33CEC1D0-775A-50F7-BCBC-BDE59F88A457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8" creationId="{49A04D15-230E-C563-6785-AC7E6078A9C6}"/>
          </ac:spMkLst>
        </pc:spChg>
        <pc:spChg chg="add del mod">
          <ac:chgData name="GIUSEPPE DI MARTINO" userId="1db05e77-0cf9-4d32-8200-3e85442b935b" providerId="ADAL" clId="{4A87C4DB-1C4A-498F-81CD-2C9696A1684E}" dt="2025-11-11T00:10:08.514" v="7158" actId="21"/>
          <ac:spMkLst>
            <pc:docMk/>
            <pc:sldMk cId="268066109" sldId="268"/>
            <ac:spMk id="10" creationId="{C08C3B15-E654-52E6-2AEE-08F9D0667027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11" creationId="{9E7ED4F5-83EF-53BF-C8E2-A1285540DA49}"/>
          </ac:spMkLst>
        </pc:spChg>
        <pc:spChg chg="add del mod">
          <ac:chgData name="GIUSEPPE DI MARTINO" userId="1db05e77-0cf9-4d32-8200-3e85442b935b" providerId="ADAL" clId="{4A87C4DB-1C4A-498F-81CD-2C9696A1684E}" dt="2025-11-11T00:10:08.514" v="7158" actId="21"/>
          <ac:spMkLst>
            <pc:docMk/>
            <pc:sldMk cId="268066109" sldId="268"/>
            <ac:spMk id="12" creationId="{640FBF63-1659-29CA-30C6-1093FE63AA6F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14" creationId="{23785AA8-1065-D15D-07F5-5AFB5918942A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15" creationId="{9F98DB80-81D9-0BAC-7F8F-1115DF894FCE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16" creationId="{9D8AFA0D-00F8-9341-040A-F448C3BCEE27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268066109" sldId="268"/>
            <ac:spMk id="21" creationId="{26F95FB3-0CAE-A098-9B09-6D787477253B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22" creationId="{9F25DB8E-24C7-51F1-278C-BAA4D26BD856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26" creationId="{46EB16D5-23BC-CF4E-F251-B9A22CD92409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28" creationId="{ECC56013-BC14-92C3-3A64-30F1CE17D71E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29" creationId="{76A85A0E-3F36-B7D9-CBE2-F84EB15236F1}"/>
          </ac:spMkLst>
        </pc:spChg>
        <pc:spChg chg="del">
          <ac:chgData name="GIUSEPPE DI MARTINO" userId="1db05e77-0cf9-4d32-8200-3e85442b935b" providerId="ADAL" clId="{4A87C4DB-1C4A-498F-81CD-2C9696A1684E}" dt="2025-11-10T23:29:34.910" v="5329" actId="478"/>
          <ac:spMkLst>
            <pc:docMk/>
            <pc:sldMk cId="268066109" sldId="268"/>
            <ac:spMk id="31" creationId="{61E56D67-0C36-AF4B-5CA5-F0C4597A7A7E}"/>
          </ac:spMkLst>
        </pc:spChg>
        <pc:picChg chg="add del mod">
          <ac:chgData name="GIUSEPPE DI MARTINO" userId="1db05e77-0cf9-4d32-8200-3e85442b935b" providerId="ADAL" clId="{4A87C4DB-1C4A-498F-81CD-2C9696A1684E}" dt="2025-11-11T00:10:08.514" v="7158" actId="21"/>
          <ac:picMkLst>
            <pc:docMk/>
            <pc:sldMk cId="268066109" sldId="268"/>
            <ac:picMk id="17" creationId="{A947B9D6-F6FA-030A-C1EF-C98182CEF3F2}"/>
          </ac:picMkLst>
        </pc:picChg>
        <pc:picChg chg="add mod">
          <ac:chgData name="GIUSEPPE DI MARTINO" userId="1db05e77-0cf9-4d32-8200-3e85442b935b" providerId="ADAL" clId="{4A87C4DB-1C4A-498F-81CD-2C9696A1684E}" dt="2025-11-11T00:09:10.499" v="7082" actId="1076"/>
          <ac:picMkLst>
            <pc:docMk/>
            <pc:sldMk cId="268066109" sldId="268"/>
            <ac:picMk id="18" creationId="{CF25ECB6-F1CA-DF24-3B29-32E348BF2198}"/>
          </ac:picMkLst>
        </pc:picChg>
        <pc:picChg chg="add del mod">
          <ac:chgData name="GIUSEPPE DI MARTINO" userId="1db05e77-0cf9-4d32-8200-3e85442b935b" providerId="ADAL" clId="{4A87C4DB-1C4A-498F-81CD-2C9696A1684E}" dt="2025-11-11T00:08:05.179" v="7054" actId="478"/>
          <ac:picMkLst>
            <pc:docMk/>
            <pc:sldMk cId="268066109" sldId="268"/>
            <ac:picMk id="19" creationId="{7B12E730-124F-5ADB-C0C6-D50A0E07A443}"/>
          </ac:picMkLst>
        </pc:picChg>
        <pc:picChg chg="add mod modCrop">
          <ac:chgData name="GIUSEPPE DI MARTINO" userId="1db05e77-0cf9-4d32-8200-3e85442b935b" providerId="ADAL" clId="{4A87C4DB-1C4A-498F-81CD-2C9696A1684E}" dt="2025-11-11T00:13:15.119" v="7212" actId="1076"/>
          <ac:picMkLst>
            <pc:docMk/>
            <pc:sldMk cId="268066109" sldId="268"/>
            <ac:picMk id="24" creationId="{1B3D88FF-CE17-FDDC-1B42-52A119561E13}"/>
          </ac:picMkLst>
        </pc:picChg>
        <pc:picChg chg="add mod">
          <ac:chgData name="GIUSEPPE DI MARTINO" userId="1db05e77-0cf9-4d32-8200-3e85442b935b" providerId="ADAL" clId="{4A87C4DB-1C4A-498F-81CD-2C9696A1684E}" dt="2025-11-11T00:11:55.026" v="7194" actId="1076"/>
          <ac:picMkLst>
            <pc:docMk/>
            <pc:sldMk cId="268066109" sldId="268"/>
            <ac:picMk id="25" creationId="{D6D09CEE-0958-BF20-85BA-9B17ABA05A1D}"/>
          </ac:picMkLst>
        </pc:picChg>
      </pc:sldChg>
      <pc:sldChg chg="delSp modSp add del mod">
        <pc:chgData name="GIUSEPPE DI MARTINO" userId="1db05e77-0cf9-4d32-8200-3e85442b935b" providerId="ADAL" clId="{4A87C4DB-1C4A-498F-81CD-2C9696A1684E}" dt="2025-11-10T23:51:51.222" v="5809" actId="2696"/>
        <pc:sldMkLst>
          <pc:docMk/>
          <pc:sldMk cId="1671999589" sldId="269"/>
        </pc:sldMkLst>
        <pc:spChg chg="mod">
          <ac:chgData name="GIUSEPPE DI MARTINO" userId="1db05e77-0cf9-4d32-8200-3e85442b935b" providerId="ADAL" clId="{4A87C4DB-1C4A-498F-81CD-2C9696A1684E}" dt="2025-11-10T23:43:37.530" v="5652" actId="14100"/>
          <ac:spMkLst>
            <pc:docMk/>
            <pc:sldMk cId="1671999589" sldId="269"/>
            <ac:spMk id="3" creationId="{A4986E77-94B9-CB3D-514B-8EC5EF658FEC}"/>
          </ac:spMkLst>
        </pc:spChg>
        <pc:picChg chg="del">
          <ac:chgData name="GIUSEPPE DI MARTINO" userId="1db05e77-0cf9-4d32-8200-3e85442b935b" providerId="ADAL" clId="{4A87C4DB-1C4A-498F-81CD-2C9696A1684E}" dt="2025-11-10T23:43:31.506" v="5643" actId="478"/>
          <ac:picMkLst>
            <pc:docMk/>
            <pc:sldMk cId="1671999589" sldId="269"/>
            <ac:picMk id="5" creationId="{F43A38E0-13DB-8095-4CB5-790D68A40134}"/>
          </ac:picMkLst>
        </pc:picChg>
        <pc:picChg chg="del">
          <ac:chgData name="GIUSEPPE DI MARTINO" userId="1db05e77-0cf9-4d32-8200-3e85442b935b" providerId="ADAL" clId="{4A87C4DB-1C4A-498F-81CD-2C9696A1684E}" dt="2025-11-10T23:43:32.310" v="5644" actId="478"/>
          <ac:picMkLst>
            <pc:docMk/>
            <pc:sldMk cId="1671999589" sldId="269"/>
            <ac:picMk id="6" creationId="{B6B13B1D-F54F-0E3D-E90F-3D996DD3ACB8}"/>
          </ac:picMkLst>
        </pc:picChg>
      </pc:sldChg>
      <pc:sldChg chg="addSp modSp new mod modShow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4068550931" sldId="269"/>
        </pc:sldMkLst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068550931" sldId="269"/>
            <ac:spMk id="2" creationId="{893678EF-58E4-3F91-F946-8BEE119C1875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068550931" sldId="269"/>
            <ac:spMk id="3" creationId="{74DE2598-E3A5-48E2-CCA4-75C1D6B1CFCE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068550931" sldId="269"/>
            <ac:spMk id="5" creationId="{F286E69B-96CC-B44C-B871-48D8275E5EB0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068550931" sldId="269"/>
            <ac:spMk id="10" creationId="{C08C3B15-E654-52E6-2AEE-08F9D0667027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4068550931" sldId="269"/>
            <ac:spMk id="12" creationId="{640FBF63-1659-29CA-30C6-1093FE63AA6F}"/>
          </ac:spMkLst>
        </pc:spChg>
        <pc:picChg chg="add mod modCrop">
          <ac:chgData name="GIUSEPPE DI MARTINO" userId="1db05e77-0cf9-4d32-8200-3e85442b935b" providerId="ADAL" clId="{4A87C4DB-1C4A-498F-81CD-2C9696A1684E}" dt="2025-11-11T00:13:01.670" v="7208" actId="732"/>
          <ac:picMkLst>
            <pc:docMk/>
            <pc:sldMk cId="4068550931" sldId="269"/>
            <ac:picMk id="7" creationId="{2AB4E5BD-9D48-E408-D8D5-31AF69A23BBB}"/>
          </ac:picMkLst>
        </pc:picChg>
        <pc:picChg chg="add mod">
          <ac:chgData name="GIUSEPPE DI MARTINO" userId="1db05e77-0cf9-4d32-8200-3e85442b935b" providerId="ADAL" clId="{4A87C4DB-1C4A-498F-81CD-2C9696A1684E}" dt="2025-11-11T00:10:37.183" v="7184" actId="1076"/>
          <ac:picMkLst>
            <pc:docMk/>
            <pc:sldMk cId="4068550931" sldId="269"/>
            <ac:picMk id="17" creationId="{A947B9D6-F6FA-030A-C1EF-C98182CEF3F2}"/>
          </ac:picMkLst>
        </pc:picChg>
      </pc:sldChg>
      <pc:sldChg chg="addSp modSp new mod">
        <pc:chgData name="GIUSEPPE DI MARTINO" userId="1db05e77-0cf9-4d32-8200-3e85442b935b" providerId="ADAL" clId="{4A87C4DB-1C4A-498F-81CD-2C9696A1684E}" dt="2025-11-11T14:51:30.635" v="8740" actId="790"/>
        <pc:sldMkLst>
          <pc:docMk/>
          <pc:sldMk cId="195077615" sldId="270"/>
        </pc:sldMkLst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95077615" sldId="270"/>
            <ac:spMk id="2" creationId="{0F557CE7-A60F-64B5-F9D8-64DADB6D5B6E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95077615" sldId="270"/>
            <ac:spMk id="3" creationId="{3535CFB7-BF26-CA0E-F35F-07D975C4C0E4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95077615" sldId="270"/>
            <ac:spMk id="4" creationId="{74CF84F7-9620-6478-6914-235446D30192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95077615" sldId="270"/>
            <ac:spMk id="5" creationId="{D5460F4A-B354-47BD-C013-3B4C11D4AE6A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95077615" sldId="270"/>
            <ac:spMk id="6" creationId="{12F90282-FC8E-C224-A399-3A8260F57852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95077615" sldId="270"/>
            <ac:spMk id="7" creationId="{BBD40EDF-524C-7D70-1827-90799BB3DAB2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95077615" sldId="270"/>
            <ac:spMk id="8" creationId="{FA1EBBBF-A48E-56D7-9EA2-785EE403C120}"/>
          </ac:spMkLst>
        </pc:spChg>
        <pc:spChg chg="add mod">
          <ac:chgData name="GIUSEPPE DI MARTINO" userId="1db05e77-0cf9-4d32-8200-3e85442b935b" providerId="ADAL" clId="{4A87C4DB-1C4A-498F-81CD-2C9696A1684E}" dt="2025-11-11T14:51:30.635" v="8740" actId="790"/>
          <ac:spMkLst>
            <pc:docMk/>
            <pc:sldMk cId="195077615" sldId="270"/>
            <ac:spMk id="9" creationId="{DDBC9A3D-74E5-542C-0794-31A91DA326F5}"/>
          </ac:spMkLst>
        </pc:spChg>
      </pc:sldChg>
      <pc:sldChg chg="addSp delSp add del mod">
        <pc:chgData name="GIUSEPPE DI MARTINO" userId="1db05e77-0cf9-4d32-8200-3e85442b935b" providerId="ADAL" clId="{4A87C4DB-1C4A-498F-81CD-2C9696A1684E}" dt="2025-11-10T23:47:33.450" v="5691" actId="2696"/>
        <pc:sldMkLst>
          <pc:docMk/>
          <pc:sldMk cId="2940572741" sldId="270"/>
        </pc:sldMkLst>
        <pc:picChg chg="add del">
          <ac:chgData name="GIUSEPPE DI MARTINO" userId="1db05e77-0cf9-4d32-8200-3e85442b935b" providerId="ADAL" clId="{4A87C4DB-1C4A-498F-81CD-2C9696A1684E}" dt="2025-11-10T23:47:28.827" v="5690" actId="21"/>
          <ac:picMkLst>
            <pc:docMk/>
            <pc:sldMk cId="2940572741" sldId="270"/>
            <ac:picMk id="6" creationId="{9ECA30D5-2063-106E-2D89-9597D112E731}"/>
          </ac:picMkLst>
        </pc:picChg>
      </pc:sldChg>
      <pc:sldChg chg="add del">
        <pc:chgData name="GIUSEPPE DI MARTINO" userId="1db05e77-0cf9-4d32-8200-3e85442b935b" providerId="ADAL" clId="{4A87C4DB-1C4A-498F-81CD-2C9696A1684E}" dt="2025-11-10T23:43:30.277" v="5642"/>
        <pc:sldMkLst>
          <pc:docMk/>
          <pc:sldMk cId="3482099664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45824-4A00-4C2E-AE0C-908B0E893653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6BC38-4085-419F-9134-29F63FDC764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762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BC38-4085-419F-9134-29F63FDC764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2282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Illustrare le 5 funzionalità assegnate e le principali sfide tecniche affrontate nella progettazione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Spiegare la scelta di architettura service-based vs microservizi puri o monolite. Motivare con bilanciamento tra modularità e semplicità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7655B-C86C-A8F1-B3B6-A96C8BE5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D3B7A-85A9-17B1-6551-A0149B326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85814-132D-7F31-119E-09FF79AA6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Spiegare la scelta di architettura service-based vs microservizi puri o monolite. Motivare con bilanciamento tra modularità e semplicità deployment.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A3507-85A3-DBA8-2B30-A1066F0FA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9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BC38-4085-419F-9134-29F63FDC764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1852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BC38-4085-419F-9134-29F63FDC764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918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4872C-0B1F-4EC1-A658-F0899D904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3EEEF56-7B8A-F440-3B39-74CA63CC6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35FFC7-9C80-BABD-8F52-A348AC61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AC7D93-8FC3-1F01-0F7F-20BA7CEA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BB58BB-4C83-4133-2DC1-2D2E17A2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753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EB058F-1CED-EDEF-0F1A-967A6B12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560E67-AEA9-41FE-3EA3-9EF18928E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94974E-4F3B-52C1-6C99-856772D4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7B723D-6BDA-C550-F0A8-4717605E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11AD9E-4383-9150-C25C-B308139E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945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059F5B-177F-7A6E-C806-BDEFD176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0496F9-BA06-DE98-0586-936E7FE74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992EA8-5201-B2B4-1B35-3331149E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7E7751-F836-B18D-0C46-81922A3D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037C0E-251B-E3E6-55B2-86EF0C8C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696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8186D0-440F-C7A2-A8BA-632D6029F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2784FD-1D86-4AF9-BB07-F682C9136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283352-354E-CD53-4B25-371E3C2AB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C241E2-FFC1-5A02-C791-A50BC01E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E7181B-A384-4641-070C-96F0462CE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DA8403-1E3E-F18D-9C9A-720DA607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438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B84E8A-BC80-6BEB-D2C2-350CBFE1A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F17716C-58E3-6B65-A299-1607C946D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F3C86E-A7FC-4402-AC2B-589F5EC77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643B117-C714-0900-FC92-FAA2BBBF8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C8046DC-4073-BEEA-215A-B004A5F67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E08F52E-5F64-211F-B58D-D0382DB2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A2C0E03-17F7-86F4-74B0-64C0648F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2DB8E89-01E7-C39A-B620-94FD8B16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086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8113BB-B5CB-FB84-89F2-D09ED3C7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104961-4726-5612-A198-6CCE9A38F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CB7D992-E115-C708-A29C-26CC76E3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A54E61F-8C2B-5C8F-7351-B9280E56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3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2B55F3B-92C5-B8B5-E0A6-3286A2E7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00A2D70-360B-879A-53A0-44749441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D8C363-274A-55FE-CEFF-B8BA8F55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5910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3D7876-BC21-5598-356A-3B24B992C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B602E6-975D-7841-A7A2-812A99BCF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3C7308-66B0-599B-CB08-358DBC89E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F91AB6-4CC2-7D76-F9ED-6A4F177B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C6D7174-42E3-359A-48D1-19F98E9D9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BBDE73F-EE13-4741-2CD6-4B6DEF2E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8727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B58B45-50A6-DF07-3036-A4E0010E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045E1F2-14EE-D918-5ED6-4AF0470E2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9D7C124-E341-54FA-E8B7-4725D6B10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74A32D-E3FB-0EAD-94B1-92C4A91B4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F38B3B5-16C7-2BDF-0DEB-7CBEF3E4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CA651F-9835-C22E-79D1-8F9846B74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544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6270DE-0062-A005-FF60-F62AC0D1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C23F605-A18C-ED76-2257-B16C945FD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2B8E5F-8381-569A-0582-B0E33A65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C6A084-D446-2D34-9ABB-156D7F75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9372CE-4394-DBA3-8180-B8B7F0C2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6514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B7A1B06-3C4D-3AF4-13C4-0C72697F8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3E93AC-79BE-8CB1-C880-F4EF10F6A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4257A9-A3F6-A13E-9262-8021B22D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4B564A-FB97-AA7C-2997-3DF899A5A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576943-5E92-F0F8-FFD5-5A3F7D7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349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49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3E12B89-FCDC-3FCB-935F-1084A5128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2B013F1-7062-FC43-DFA1-D9BDDB0AF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295B87-99D2-1302-B424-D3824966A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1F277-7405-4C20-9F07-26EE3AB2A546}" type="datetimeFigureOut">
              <a:rPr lang="it-IT" smtClean="0"/>
              <a:t>11/11/2025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384F2F-731C-604D-EFC6-EEA6BB2DA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7058D5-625A-96CF-1E0F-F3B1BEFE5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5E9D8-833A-4B77-8A8D-5EFB123990B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077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dietiestates25.dpdns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biodipiernouni/test_ingsw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narcloud.io/summary/new_code?id=dieti25estates_dietiestates25&amp;branch=master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1033">
            <a:extLst>
              <a:ext uri="{FF2B5EF4-FFF2-40B4-BE49-F238E27FC236}">
                <a16:creationId xmlns:a16="http://schemas.microsoft.com/office/drawing/2014/main" id="{ED462BA2-FD3D-861E-7416-C19F50204BA5}"/>
              </a:ext>
            </a:extLst>
          </p:cNvPr>
          <p:cNvSpPr/>
          <p:nvPr/>
        </p:nvSpPr>
        <p:spPr>
          <a:xfrm>
            <a:off x="7584440" y="0"/>
            <a:ext cx="4627881" cy="6891338"/>
          </a:xfrm>
          <a:custGeom>
            <a:avLst/>
            <a:gdLst/>
            <a:ahLst/>
            <a:cxnLst/>
            <a:rect l="0" t="0" r="0" b="0"/>
            <a:pathLst>
              <a:path w="7764148" h="3374388">
                <a:moveTo>
                  <a:pt x="0" y="0"/>
                </a:moveTo>
                <a:lnTo>
                  <a:pt x="7764148" y="0"/>
                </a:lnTo>
                <a:lnTo>
                  <a:pt x="7764148" y="3374388"/>
                </a:lnTo>
                <a:lnTo>
                  <a:pt x="0" y="3374388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0" cap="flat">
            <a:miter lim="127000"/>
          </a:ln>
        </p:spPr>
        <p:style>
          <a:lnRef idx="0">
            <a:srgbClr val="000000">
              <a:alpha val="0"/>
            </a:srgbClr>
          </a:lnRef>
          <a:fillRef idx="1">
            <a:srgbClr val="AE2012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it-IT" noProof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D68E844-B8E8-5508-BE9E-411D41C792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" t="11925" r="15885" b="-162"/>
          <a:stretch/>
        </p:blipFill>
        <p:spPr bwMode="auto">
          <a:xfrm>
            <a:off x="0" y="0"/>
            <a:ext cx="7528560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itolo 7">
            <a:extLst>
              <a:ext uri="{FF2B5EF4-FFF2-40B4-BE49-F238E27FC236}">
                <a16:creationId xmlns:a16="http://schemas.microsoft.com/office/drawing/2014/main" id="{70F8CD09-AB43-3748-D1A4-96EBCB82F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2915" y="1827070"/>
            <a:ext cx="3136847" cy="687162"/>
          </a:xfrm>
        </p:spPr>
        <p:txBody>
          <a:bodyPr>
            <a:normAutofit fontScale="90000"/>
          </a:bodyPr>
          <a:lstStyle/>
          <a:p>
            <a:r>
              <a:rPr lang="it-IT" sz="4000" noProof="0">
                <a:solidFill>
                  <a:schemeClr val="bg1"/>
                </a:solidFill>
              </a:rPr>
              <a:t>DietiEstates25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A95ECA-37BF-50D7-D84C-E772E904A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6993" y="2663503"/>
            <a:ext cx="4458655" cy="1431814"/>
          </a:xfrm>
        </p:spPr>
        <p:txBody>
          <a:bodyPr>
            <a:normAutofit fontScale="92500"/>
          </a:bodyPr>
          <a:lstStyle/>
          <a:p>
            <a:r>
              <a:rPr lang="it-IT" sz="2000" noProof="0">
                <a:solidFill>
                  <a:schemeClr val="bg1"/>
                </a:solidFill>
              </a:rPr>
              <a:t>Architettura e progettazione di un sistema distribuito per servizi immobiliari</a:t>
            </a:r>
          </a:p>
          <a:p>
            <a:r>
              <a:rPr lang="it-IT" sz="1600" noProof="0">
                <a:solidFill>
                  <a:schemeClr val="bg1"/>
                </a:solidFill>
              </a:rPr>
              <a:t>Progetto di Ingegneria del Software</a:t>
            </a:r>
          </a:p>
          <a:p>
            <a:r>
              <a:rPr lang="it-IT" sz="1600" noProof="0">
                <a:solidFill>
                  <a:schemeClr val="bg1"/>
                </a:solidFill>
              </a:rPr>
              <a:t>Anno accademico 2024/2025</a:t>
            </a:r>
          </a:p>
        </p:txBody>
      </p:sp>
      <p:pic>
        <p:nvPicPr>
          <p:cNvPr id="11" name="Picture 3590">
            <a:extLst>
              <a:ext uri="{FF2B5EF4-FFF2-40B4-BE49-F238E27FC236}">
                <a16:creationId xmlns:a16="http://schemas.microsoft.com/office/drawing/2014/main" id="{EF5B39B8-AB93-6613-99C5-4821F2261522}"/>
              </a:ext>
            </a:extLst>
          </p:cNvPr>
          <p:cNvPicPr/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2455" y="94138"/>
            <a:ext cx="1439545" cy="1316355"/>
          </a:xfrm>
          <a:prstGeom prst="rect">
            <a:avLst/>
          </a:prstGeom>
        </p:spPr>
      </p:pic>
      <p:sp>
        <p:nvSpPr>
          <p:cNvPr id="13" name="Rectangle 84">
            <a:extLst>
              <a:ext uri="{FF2B5EF4-FFF2-40B4-BE49-F238E27FC236}">
                <a16:creationId xmlns:a16="http://schemas.microsoft.com/office/drawing/2014/main" id="{4305EF47-09A7-F678-B56A-193FE00793EB}"/>
              </a:ext>
            </a:extLst>
          </p:cNvPr>
          <p:cNvSpPr/>
          <p:nvPr/>
        </p:nvSpPr>
        <p:spPr>
          <a:xfrm>
            <a:off x="8216424" y="5589367"/>
            <a:ext cx="3419791" cy="11223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6350" indent="-6350" algn="ctr">
              <a:lnSpc>
                <a:spcPct val="111000"/>
              </a:lnSpc>
              <a:spcAft>
                <a:spcPts val="650"/>
              </a:spcAft>
              <a:buNone/>
            </a:pPr>
            <a:r>
              <a:rPr lang="it-IT" sz="1600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Gruppo </a:t>
            </a:r>
            <a:r>
              <a:rPr lang="it-IT" sz="1600" b="1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INGSW2425_099</a:t>
            </a:r>
            <a:endParaRPr lang="it-IT" sz="1600" kern="100" noProof="0">
              <a:solidFill>
                <a:schemeClr val="bg1"/>
              </a:solidFill>
              <a:effectLst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0" indent="-6350" algn="ctr">
              <a:lnSpc>
                <a:spcPct val="111000"/>
              </a:lnSpc>
              <a:spcAft>
                <a:spcPts val="650"/>
              </a:spcAft>
              <a:buNone/>
            </a:pPr>
            <a:r>
              <a:rPr lang="it-IT" sz="1400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Giuseppe </a:t>
            </a:r>
            <a:r>
              <a:rPr lang="it-IT" sz="1400" b="1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 MARTINO </a:t>
            </a:r>
            <a:r>
              <a:rPr lang="it-IT" sz="1400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N86004948</a:t>
            </a:r>
            <a:br>
              <a:rPr lang="it-IT" sz="1400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1400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Fabio </a:t>
            </a:r>
            <a:r>
              <a:rPr lang="it-IT" sz="1400" b="1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 PIERNO             </a:t>
            </a:r>
            <a:r>
              <a:rPr lang="it-IT" sz="1400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N86004852</a:t>
            </a:r>
            <a:endParaRPr lang="it-IT" sz="1400" kern="100" noProof="0">
              <a:solidFill>
                <a:schemeClr val="bg1"/>
              </a:solidFill>
              <a:effectLst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350" indent="-6350">
              <a:lnSpc>
                <a:spcPct val="111000"/>
              </a:lnSpc>
              <a:spcAft>
                <a:spcPts val="650"/>
              </a:spcAft>
              <a:buNone/>
            </a:pPr>
            <a:r>
              <a:rPr lang="it-IT" sz="1400" i="1" kern="0" noProof="0">
                <a:solidFill>
                  <a:schemeClr val="bg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it-IT" sz="1600" kern="100" noProof="0">
              <a:solidFill>
                <a:schemeClr val="bg1"/>
              </a:solidFill>
              <a:effectLst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6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ctr"/>
          <a:lstStyle/>
          <a:p>
            <a:endParaRPr lang="it-IT" noProof="0"/>
          </a:p>
        </p:txBody>
      </p:sp>
      <p:sp>
        <p:nvSpPr>
          <p:cNvPr id="3" name="Text 1"/>
          <p:cNvSpPr/>
          <p:nvPr/>
        </p:nvSpPr>
        <p:spPr>
          <a:xfrm>
            <a:off x="304801" y="304800"/>
            <a:ext cx="7189471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Requisiti assegnati e sfide tecniche</a:t>
            </a:r>
            <a:endParaRPr lang="it-IT" sz="3200" noProof="0"/>
          </a:p>
        </p:txBody>
      </p:sp>
      <p:sp>
        <p:nvSpPr>
          <p:cNvPr id="4" name="Shape 2"/>
          <p:cNvSpPr/>
          <p:nvPr/>
        </p:nvSpPr>
        <p:spPr>
          <a:xfrm>
            <a:off x="453345" y="1622373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5" name="Text 3"/>
          <p:cNvSpPr/>
          <p:nvPr/>
        </p:nvSpPr>
        <p:spPr>
          <a:xfrm>
            <a:off x="453345" y="1165582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Funzionalità implementate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04802" y="1647642"/>
            <a:ext cx="4191698" cy="19812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RF01:</a:t>
            </a: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 Autenticazione e gestione utenti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RF02:</a:t>
            </a: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 Caricamento immobili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RF03:</a:t>
            </a: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 Ricerca avanzata con mappe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RF10:</a:t>
            </a: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 Tracking ricerche salvate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RF11:</a:t>
            </a: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 Sistema di notifiche</a:t>
            </a:r>
            <a:endParaRPr lang="it-IT" noProof="0"/>
          </a:p>
        </p:txBody>
      </p:sp>
      <p:sp>
        <p:nvSpPr>
          <p:cNvPr id="10" name="Text 8"/>
          <p:cNvSpPr/>
          <p:nvPr/>
        </p:nvSpPr>
        <p:spPr>
          <a:xfrm>
            <a:off x="6244545" y="4680134"/>
            <a:ext cx="3904342" cy="1574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Architettura distribuita scalabile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Integrazione servizi esterni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Performance ricerca geografica</a:t>
            </a:r>
            <a:endParaRPr lang="it-IT" noProof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E2030DAF-8DA5-EAA7-3CC9-8D3C60DF70E1}"/>
              </a:ext>
            </a:extLst>
          </p:cNvPr>
          <p:cNvSpPr/>
          <p:nvPr/>
        </p:nvSpPr>
        <p:spPr>
          <a:xfrm>
            <a:off x="6170271" y="1611341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E856B96-EBE0-330B-5200-AC7E557B81CF}"/>
              </a:ext>
            </a:extLst>
          </p:cNvPr>
          <p:cNvSpPr/>
          <p:nvPr/>
        </p:nvSpPr>
        <p:spPr>
          <a:xfrm>
            <a:off x="6170271" y="1165582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Drivers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7F9CC0A-89B0-0DE0-EF37-1DEC97C90BC4}"/>
              </a:ext>
            </a:extLst>
          </p:cNvPr>
          <p:cNvSpPr/>
          <p:nvPr/>
        </p:nvSpPr>
        <p:spPr>
          <a:xfrm>
            <a:off x="6096001" y="1725982"/>
            <a:ext cx="4052887" cy="150455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D1:</a:t>
            </a: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 Costi !!!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D2: </a:t>
            </a:r>
            <a:r>
              <a:rPr lang="it-IT" noProof="0">
                <a:solidFill>
                  <a:srgbClr val="2C2C2C"/>
                </a:solidFill>
                <a:cs typeface="Arial" pitchFamily="34" charset="-120"/>
              </a:rPr>
              <a:t>NFR01 - </a:t>
            </a:r>
            <a:r>
              <a:rPr lang="it-IT" noProof="0" err="1">
                <a:solidFill>
                  <a:srgbClr val="2C2C2C"/>
                </a:solidFill>
                <a:cs typeface="Arial" pitchFamily="34" charset="-120"/>
              </a:rPr>
              <a:t>backend</a:t>
            </a:r>
            <a:r>
              <a:rPr lang="it-IT" noProof="0">
                <a:solidFill>
                  <a:srgbClr val="2C2C2C"/>
                </a:solidFill>
                <a:cs typeface="Arial" pitchFamily="34" charset="-120"/>
              </a:rPr>
              <a:t> / </a:t>
            </a:r>
            <a:r>
              <a:rPr lang="it-IT" noProof="0" err="1">
                <a:solidFill>
                  <a:srgbClr val="2C2C2C"/>
                </a:solidFill>
                <a:cs typeface="Arial" pitchFamily="34" charset="-120"/>
              </a:rPr>
              <a:t>frontend</a:t>
            </a:r>
            <a:r>
              <a:rPr lang="it-IT" noProof="0"/>
              <a:t> 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D3: </a:t>
            </a: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NFR05 - </a:t>
            </a:r>
            <a:r>
              <a:rPr lang="it-IT" noProof="0" err="1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containerization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D4:</a:t>
            </a: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 NFR06 - OOP</a:t>
            </a:r>
            <a:endParaRPr lang="it-IT" noProof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936FECB6-7CDE-82AC-D039-C9F40900C3CA}"/>
              </a:ext>
            </a:extLst>
          </p:cNvPr>
          <p:cNvSpPr/>
          <p:nvPr/>
        </p:nvSpPr>
        <p:spPr>
          <a:xfrm>
            <a:off x="6244545" y="4079571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Sfide principali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878A874-8D0C-5FAD-F03D-7C135278A964}"/>
              </a:ext>
            </a:extLst>
          </p:cNvPr>
          <p:cNvSpPr/>
          <p:nvPr/>
        </p:nvSpPr>
        <p:spPr>
          <a:xfrm>
            <a:off x="453345" y="4096915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Impara dai migliori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7FE3E04-4570-686E-A089-5ACD540F6700}"/>
              </a:ext>
            </a:extLst>
          </p:cNvPr>
          <p:cNvSpPr/>
          <p:nvPr/>
        </p:nvSpPr>
        <p:spPr>
          <a:xfrm>
            <a:off x="453345" y="4671710"/>
            <a:ext cx="3904342" cy="1574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342900" indent="-34290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Ricerca di mercato </a:t>
            </a:r>
            <a:r>
              <a:rPr lang="it-IT" noProof="0" err="1">
                <a:solidFill>
                  <a:srgbClr val="2C2C2C"/>
                </a:solidFill>
                <a:ea typeface="Arial" pitchFamily="34" charset="-122"/>
                <a:cs typeface="Arial" pitchFamily="34" charset="-120"/>
              </a:rPr>
              <a:t>as-is</a:t>
            </a:r>
            <a:endParaRPr lang="it-IT" noProof="0"/>
          </a:p>
          <a:p>
            <a:pPr marL="342900" indent="-34290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2C2C2C"/>
                </a:solidFill>
                <a:cs typeface="Arial" pitchFamily="34" charset="-120"/>
              </a:rPr>
              <a:t>Analisi </a:t>
            </a:r>
            <a:r>
              <a:rPr lang="it-IT" noProof="0" err="1">
                <a:solidFill>
                  <a:srgbClr val="2C2C2C"/>
                </a:solidFill>
                <a:cs typeface="Arial" pitchFamily="34" charset="-120"/>
              </a:rPr>
              <a:t>Zoopla</a:t>
            </a:r>
            <a:endParaRPr lang="it-IT" noProof="0">
              <a:solidFill>
                <a:srgbClr val="2C2C2C"/>
              </a:solidFill>
              <a:cs typeface="Arial" pitchFamily="34" charset="-120"/>
            </a:endParaRPr>
          </a:p>
          <a:p>
            <a:pPr marL="342900" indent="-34290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2C2C2C"/>
                </a:solidFill>
                <a:cs typeface="Arial" pitchFamily="34" charset="-120"/>
              </a:rPr>
              <a:t>Analisi immobiliare.it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7C754D0-1F4F-55DF-59DC-EDFFC9CEC8F0}"/>
              </a:ext>
            </a:extLst>
          </p:cNvPr>
          <p:cNvSpPr/>
          <p:nvPr/>
        </p:nvSpPr>
        <p:spPr>
          <a:xfrm>
            <a:off x="6244545" y="4573305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noProof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09F5001-AD03-441D-51DE-6EA7736101A8}"/>
              </a:ext>
            </a:extLst>
          </p:cNvPr>
          <p:cNvSpPr/>
          <p:nvPr/>
        </p:nvSpPr>
        <p:spPr>
          <a:xfrm>
            <a:off x="453345" y="4567172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A43453E0-09A1-09D5-CF67-C68EF9ED0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10" y="1520267"/>
            <a:ext cx="11330052" cy="518535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/>
          <p:cNvSpPr/>
          <p:nvPr/>
        </p:nvSpPr>
        <p:spPr>
          <a:xfrm>
            <a:off x="304800" y="304800"/>
            <a:ext cx="591997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Architettura del Sistema</a:t>
            </a:r>
            <a:endParaRPr lang="it-IT" sz="3200" noProof="0"/>
          </a:p>
        </p:txBody>
      </p:sp>
      <p:sp>
        <p:nvSpPr>
          <p:cNvPr id="4" name="Text 2"/>
          <p:cNvSpPr/>
          <p:nvPr/>
        </p:nvSpPr>
        <p:spPr>
          <a:xfrm>
            <a:off x="288544" y="1154547"/>
            <a:ext cx="1160678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  <a:spcAft>
                <a:spcPts val="1600"/>
              </a:spcAft>
            </a:pPr>
            <a:r>
              <a:rPr lang="it-IT" sz="2400" b="1" noProof="0">
                <a:solidFill>
                  <a:srgbClr val="2C3E50"/>
                </a:solidFill>
                <a:ea typeface="Arial" pitchFamily="34" charset="-122"/>
                <a:cs typeface="Arial" pitchFamily="34" charset="-120"/>
              </a:rPr>
              <a:t>Service-</a:t>
            </a:r>
            <a:r>
              <a:rPr lang="it-IT" sz="2400" b="1" noProof="0" err="1">
                <a:solidFill>
                  <a:srgbClr val="2C3E50"/>
                </a:solidFill>
                <a:ea typeface="Arial" pitchFamily="34" charset="-122"/>
                <a:cs typeface="Arial" pitchFamily="34" charset="-120"/>
              </a:rPr>
              <a:t>Based</a:t>
            </a:r>
            <a:r>
              <a:rPr lang="it-IT" sz="2400" b="1" noProof="0">
                <a:solidFill>
                  <a:srgbClr val="2C3E50"/>
                </a:solidFill>
                <a:ea typeface="Arial" pitchFamily="34" charset="-122"/>
                <a:cs typeface="Arial" pitchFamily="34" charset="-120"/>
              </a:rPr>
              <a:t> Architecture</a:t>
            </a:r>
            <a:endParaRPr lang="it-IT" sz="2400" noProof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C4F4ACF4-0AFC-6012-AA11-6B8A5AA28CD8}"/>
              </a:ext>
            </a:extLst>
          </p:cNvPr>
          <p:cNvSpPr/>
          <p:nvPr/>
        </p:nvSpPr>
        <p:spPr>
          <a:xfrm>
            <a:off x="7503655" y="1520267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Alternative valutate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98058FCE-0F32-EAAE-53FC-41AE03A7152C}"/>
              </a:ext>
            </a:extLst>
          </p:cNvPr>
          <p:cNvSpPr/>
          <p:nvPr/>
        </p:nvSpPr>
        <p:spPr>
          <a:xfrm>
            <a:off x="7503655" y="1895329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79EAA40-83D4-71C3-8F47-305DED38906D}"/>
              </a:ext>
            </a:extLst>
          </p:cNvPr>
          <p:cNvSpPr txBox="1"/>
          <p:nvPr/>
        </p:nvSpPr>
        <p:spPr>
          <a:xfrm>
            <a:off x="7434598" y="1885987"/>
            <a:ext cx="4330492" cy="11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Microservices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Serverless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SOA (Service-</a:t>
            </a:r>
            <a:r>
              <a:rPr lang="it-IT" noProof="0" err="1"/>
              <a:t>Oriented</a:t>
            </a:r>
            <a:r>
              <a:rPr lang="it-IT" noProof="0"/>
              <a:t> Architecture)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D532-DD7F-0F72-F2B5-821B2654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C6194D-89EC-0776-DBDC-35C60218B828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AC7352-94BE-B522-64BD-331C59D895FD}"/>
              </a:ext>
            </a:extLst>
          </p:cNvPr>
          <p:cNvSpPr/>
          <p:nvPr/>
        </p:nvSpPr>
        <p:spPr>
          <a:xfrm>
            <a:off x="304800" y="304800"/>
            <a:ext cx="591997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 err="1">
                <a:solidFill>
                  <a:schemeClr val="bg1"/>
                </a:solidFill>
              </a:rPr>
              <a:t>Backend</a:t>
            </a:r>
            <a:endParaRPr lang="it-IT" sz="3200" b="1" noProof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50A82D2-3623-C7A5-E881-AB823C6ECD05}"/>
              </a:ext>
            </a:extLst>
          </p:cNvPr>
          <p:cNvSpPr/>
          <p:nvPr/>
        </p:nvSpPr>
        <p:spPr>
          <a:xfrm>
            <a:off x="533828" y="1620174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4F8B6A3-69A1-A440-9593-9C93593A51DF}"/>
              </a:ext>
            </a:extLst>
          </p:cNvPr>
          <p:cNvSpPr/>
          <p:nvPr/>
        </p:nvSpPr>
        <p:spPr>
          <a:xfrm>
            <a:off x="533829" y="1254454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Services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069E1F8-3118-D9FB-79BB-0BF2C5DC919A}"/>
              </a:ext>
            </a:extLst>
          </p:cNvPr>
          <p:cNvSpPr/>
          <p:nvPr/>
        </p:nvSpPr>
        <p:spPr>
          <a:xfrm>
            <a:off x="503132" y="5124285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6393CD5-94C3-ADB3-EF64-5EC8E09A392E}"/>
              </a:ext>
            </a:extLst>
          </p:cNvPr>
          <p:cNvSpPr/>
          <p:nvPr/>
        </p:nvSpPr>
        <p:spPr>
          <a:xfrm>
            <a:off x="6065522" y="1797954"/>
            <a:ext cx="4998719" cy="19812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>
              <a:lnSpc>
                <a:spcPts val="2800"/>
              </a:lnSpc>
              <a:buSzPct val="100000"/>
            </a:pPr>
            <a:endParaRPr lang="it-IT" noProof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618A08E-1EF7-35A6-53C7-7FEC54F831A8}"/>
              </a:ext>
            </a:extLst>
          </p:cNvPr>
          <p:cNvSpPr/>
          <p:nvPr/>
        </p:nvSpPr>
        <p:spPr>
          <a:xfrm>
            <a:off x="453345" y="1759431"/>
            <a:ext cx="4065315" cy="112601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Auth</a:t>
            </a:r>
            <a:endParaRPr lang="it-IT" noProof="0">
              <a:solidFill>
                <a:srgbClr val="1D1D1D"/>
              </a:solidFill>
              <a:cs typeface="Arial" pitchFamily="34" charset="-120"/>
            </a:endParaRP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Property</a:t>
            </a:r>
            <a:endParaRPr lang="it-IT" noProof="0">
              <a:solidFill>
                <a:srgbClr val="1D1D1D"/>
              </a:solidFill>
              <a:cs typeface="Arial" pitchFamily="34" charset="-120"/>
            </a:endParaRP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Search</a:t>
            </a:r>
            <a:endParaRPr lang="it-IT" noProof="0">
              <a:solidFill>
                <a:srgbClr val="1D1D1D"/>
              </a:solidFill>
              <a:cs typeface="Arial" pitchFamily="34" charset="-120"/>
            </a:endParaRP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Notification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B048A59-955E-87BE-3D82-407A06DA9F26}"/>
              </a:ext>
            </a:extLst>
          </p:cNvPr>
          <p:cNvSpPr txBox="1"/>
          <p:nvPr/>
        </p:nvSpPr>
        <p:spPr>
          <a:xfrm>
            <a:off x="6065522" y="3604996"/>
            <a:ext cx="4309632" cy="15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AWS Cognito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AWS S3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Google SMTP</a:t>
            </a:r>
            <a:endParaRPr lang="it-IT" b="1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endParaRPr lang="it-IT" b="1" noProof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59DA3B42-E3FB-AB36-0E8C-F0496DDB21C4}"/>
              </a:ext>
            </a:extLst>
          </p:cNvPr>
          <p:cNvSpPr/>
          <p:nvPr/>
        </p:nvSpPr>
        <p:spPr>
          <a:xfrm>
            <a:off x="6150196" y="3508028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08EF3600-E875-FCBD-DDD4-E561D7AE5611}"/>
              </a:ext>
            </a:extLst>
          </p:cNvPr>
          <p:cNvSpPr/>
          <p:nvPr/>
        </p:nvSpPr>
        <p:spPr>
          <a:xfrm>
            <a:off x="6150196" y="3142308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Servizi esterni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D694884-D479-B73D-FCBD-EAC88B46ED82}"/>
              </a:ext>
            </a:extLst>
          </p:cNvPr>
          <p:cNvSpPr/>
          <p:nvPr/>
        </p:nvSpPr>
        <p:spPr>
          <a:xfrm>
            <a:off x="503133" y="4689295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API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C958226-49EC-7937-0E60-5BBE4EDE2F2E}"/>
              </a:ext>
            </a:extLst>
          </p:cNvPr>
          <p:cNvSpPr/>
          <p:nvPr/>
        </p:nvSpPr>
        <p:spPr>
          <a:xfrm>
            <a:off x="533828" y="3110526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Workers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B71EA5E2-D480-4955-E32C-B323D766AD41}"/>
              </a:ext>
            </a:extLst>
          </p:cNvPr>
          <p:cNvSpPr/>
          <p:nvPr/>
        </p:nvSpPr>
        <p:spPr>
          <a:xfrm>
            <a:off x="533828" y="3508028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FAD472E-E794-4786-59CE-62370910E274}"/>
              </a:ext>
            </a:extLst>
          </p:cNvPr>
          <p:cNvSpPr txBox="1"/>
          <p:nvPr/>
        </p:nvSpPr>
        <p:spPr>
          <a:xfrm>
            <a:off x="453345" y="3493274"/>
            <a:ext cx="4708730" cy="784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Email </a:t>
            </a:r>
            <a:r>
              <a:rPr lang="it-IT" noProof="0" err="1"/>
              <a:t>Sender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Property</a:t>
            </a:r>
            <a:r>
              <a:rPr lang="it-IT" noProof="0"/>
              <a:t> </a:t>
            </a:r>
            <a:r>
              <a:rPr lang="it-IT" noProof="0" err="1"/>
              <a:t>Matcher</a:t>
            </a:r>
            <a:endParaRPr lang="it-IT" b="1" noProof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D2C12A69-A5B6-58E4-936A-38F569844D56}"/>
              </a:ext>
            </a:extLst>
          </p:cNvPr>
          <p:cNvSpPr txBox="1"/>
          <p:nvPr/>
        </p:nvSpPr>
        <p:spPr>
          <a:xfrm>
            <a:off x="503132" y="5280098"/>
            <a:ext cx="4309632" cy="15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REST </a:t>
            </a:r>
            <a:r>
              <a:rPr lang="it-IT" noProof="0" err="1"/>
              <a:t>compliant</a:t>
            </a:r>
            <a:r>
              <a:rPr lang="it-IT" noProof="0"/>
              <a:t> </a:t>
            </a:r>
            <a:r>
              <a:rPr lang="it-IT" noProof="0" err="1"/>
              <a:t>architecture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OpenAPI</a:t>
            </a:r>
            <a:r>
              <a:rPr lang="it-IT" noProof="0"/>
              <a:t> </a:t>
            </a:r>
            <a:r>
              <a:rPr lang="it-IT" noProof="0" err="1"/>
              <a:t>specification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endParaRPr lang="it-IT" b="1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endParaRPr lang="it-IT" b="1" noProof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1848AB83-DEC9-9098-982F-68BBC3D99ED9}"/>
              </a:ext>
            </a:extLst>
          </p:cNvPr>
          <p:cNvSpPr/>
          <p:nvPr/>
        </p:nvSpPr>
        <p:spPr>
          <a:xfrm>
            <a:off x="6110263" y="1179017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Design pattern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9745C6B3-9CBC-C560-333C-F2D59DB4BA92}"/>
              </a:ext>
            </a:extLst>
          </p:cNvPr>
          <p:cNvSpPr/>
          <p:nvPr/>
        </p:nvSpPr>
        <p:spPr>
          <a:xfrm>
            <a:off x="6110262" y="1683995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D371341-11D7-8966-07E3-639ACD88B5E4}"/>
              </a:ext>
            </a:extLst>
          </p:cNvPr>
          <p:cNvSpPr txBox="1"/>
          <p:nvPr/>
        </p:nvSpPr>
        <p:spPr>
          <a:xfrm>
            <a:off x="6096000" y="1683995"/>
            <a:ext cx="4708730" cy="784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Singleton (per services e controllers)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Chain of </a:t>
            </a:r>
            <a:r>
              <a:rPr lang="it-IT" noProof="0" err="1"/>
              <a:t>responsibility</a:t>
            </a:r>
            <a:r>
              <a:rPr lang="it-IT" noProof="0"/>
              <a:t> (middleware)</a:t>
            </a:r>
          </a:p>
        </p:txBody>
      </p:sp>
    </p:spTree>
    <p:extLst>
      <p:ext uri="{BB962C8B-B14F-4D97-AF65-F5344CB8AC3E}">
        <p14:creationId xmlns:p14="http://schemas.microsoft.com/office/powerpoint/2010/main" val="2149577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7589B-8C56-A0CC-0638-CE084806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5F325A-3CC5-CE27-4A52-2A247302FE18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CB69FE-2C1B-AB42-5CFD-FAC786194AD8}"/>
              </a:ext>
            </a:extLst>
          </p:cNvPr>
          <p:cNvSpPr/>
          <p:nvPr/>
        </p:nvSpPr>
        <p:spPr>
          <a:xfrm>
            <a:off x="304800" y="304800"/>
            <a:ext cx="591997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 err="1">
                <a:solidFill>
                  <a:schemeClr val="bg1"/>
                </a:solidFill>
              </a:rPr>
              <a:t>Stack</a:t>
            </a:r>
            <a:r>
              <a:rPr lang="it-IT" sz="3200" b="1" noProof="0">
                <a:solidFill>
                  <a:schemeClr val="bg1"/>
                </a:solidFill>
              </a:rPr>
              <a:t> tecnologico e motivazioni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9511E48-29BB-8263-8090-03F1943A8A32}"/>
              </a:ext>
            </a:extLst>
          </p:cNvPr>
          <p:cNvSpPr/>
          <p:nvPr/>
        </p:nvSpPr>
        <p:spPr>
          <a:xfrm>
            <a:off x="571501" y="1491543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 err="1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Backend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CD806BE-720D-C804-1BEF-3AE8C04308BE}"/>
              </a:ext>
            </a:extLst>
          </p:cNvPr>
          <p:cNvSpPr/>
          <p:nvPr/>
        </p:nvSpPr>
        <p:spPr>
          <a:xfrm>
            <a:off x="480062" y="2040123"/>
            <a:ext cx="4729502" cy="143711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 err="1">
                <a:solidFill>
                  <a:srgbClr val="2C2C2C"/>
                </a:solidFill>
                <a:cs typeface="Arial" pitchFamily="34" charset="-120"/>
              </a:rPr>
              <a:t>NodeJS</a:t>
            </a:r>
            <a:r>
              <a:rPr lang="it-IT" b="1" noProof="0">
                <a:solidFill>
                  <a:srgbClr val="2C2C2C"/>
                </a:solidFill>
                <a:cs typeface="Arial" pitchFamily="34" charset="-120"/>
              </a:rPr>
              <a:t> 25 + Express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2C2C2C"/>
                </a:solidFill>
                <a:cs typeface="Arial" pitchFamily="34" charset="-120"/>
              </a:rPr>
              <a:t>Performance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>
                <a:solidFill>
                  <a:srgbClr val="2C2C2C"/>
                </a:solidFill>
                <a:cs typeface="Arial" pitchFamily="34" charset="-120"/>
              </a:rPr>
              <a:t>Async</a:t>
            </a:r>
            <a:r>
              <a:rPr lang="it-IT" noProof="0">
                <a:solidFill>
                  <a:srgbClr val="2C2C2C"/>
                </a:solidFill>
                <a:cs typeface="Arial" pitchFamily="34" charset="-120"/>
              </a:rPr>
              <a:t> I/O non bloccante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>
                <a:solidFill>
                  <a:srgbClr val="2C2C2C"/>
                </a:solidFill>
                <a:cs typeface="Arial" pitchFamily="34" charset="-120"/>
              </a:rPr>
              <a:t>Ecosystem</a:t>
            </a:r>
            <a:r>
              <a:rPr lang="it-IT" noProof="0">
                <a:solidFill>
                  <a:srgbClr val="2C2C2C"/>
                </a:solidFill>
                <a:cs typeface="Arial" pitchFamily="34" charset="-120"/>
              </a:rPr>
              <a:t> NPM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 err="1">
                <a:solidFill>
                  <a:srgbClr val="2C2C2C"/>
                </a:solidFill>
                <a:cs typeface="Arial" pitchFamily="34" charset="-120"/>
              </a:rPr>
              <a:t>Sequelize</a:t>
            </a:r>
            <a:r>
              <a:rPr lang="it-IT" b="1" noProof="0">
                <a:solidFill>
                  <a:srgbClr val="2C2C2C"/>
                </a:solidFill>
                <a:cs typeface="Arial" pitchFamily="34" charset="-120"/>
              </a:rPr>
              <a:t> ORM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Connection pooling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Astrazione query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Prevenzione SQL injection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Supporto nativo per Oracle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 err="1"/>
              <a:t>Typescript</a:t>
            </a:r>
            <a:endParaRPr lang="it-IT" b="1" noProof="0"/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Strict</a:t>
            </a:r>
            <a:r>
              <a:rPr lang="it-IT" noProof="0"/>
              <a:t> mode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Type</a:t>
            </a:r>
            <a:r>
              <a:rPr lang="it-IT" noProof="0"/>
              <a:t> </a:t>
            </a:r>
            <a:r>
              <a:rPr lang="it-IT" noProof="0" err="1"/>
              <a:t>safety</a:t>
            </a:r>
            <a:endParaRPr lang="it-IT" noProof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3041DE7-5814-CBD3-3CD3-85226D32397E}"/>
              </a:ext>
            </a:extLst>
          </p:cNvPr>
          <p:cNvSpPr/>
          <p:nvPr/>
        </p:nvSpPr>
        <p:spPr>
          <a:xfrm>
            <a:off x="6308598" y="1491543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 err="1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Frontend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D9B3B189-2F70-4FF6-AEF5-AFF297030228}"/>
              </a:ext>
            </a:extLst>
          </p:cNvPr>
          <p:cNvSpPr/>
          <p:nvPr/>
        </p:nvSpPr>
        <p:spPr>
          <a:xfrm>
            <a:off x="571501" y="2040123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34CF5873-3ADF-4E7F-4CB8-DE071677D372}"/>
              </a:ext>
            </a:extLst>
          </p:cNvPr>
          <p:cNvSpPr/>
          <p:nvPr/>
        </p:nvSpPr>
        <p:spPr>
          <a:xfrm>
            <a:off x="6308598" y="2040123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0BFCC3F-D553-CCDB-3246-41C38C13CC5A}"/>
              </a:ext>
            </a:extLst>
          </p:cNvPr>
          <p:cNvSpPr/>
          <p:nvPr/>
        </p:nvSpPr>
        <p:spPr>
          <a:xfrm>
            <a:off x="6224779" y="2040122"/>
            <a:ext cx="5395720" cy="277775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 err="1">
                <a:solidFill>
                  <a:srgbClr val="2C2C2C"/>
                </a:solidFill>
                <a:cs typeface="Arial" pitchFamily="34" charset="-120"/>
              </a:rPr>
              <a:t>Angular</a:t>
            </a:r>
            <a:r>
              <a:rPr lang="it-IT" b="1" noProof="0">
                <a:solidFill>
                  <a:srgbClr val="2C2C2C"/>
                </a:solidFill>
                <a:cs typeface="Arial" pitchFamily="34" charset="-120"/>
              </a:rPr>
              <a:t> 20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SPA (Single Page Application)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Framework </a:t>
            </a:r>
            <a:r>
              <a:rPr lang="it-IT" noProof="0" err="1"/>
              <a:t>opinionated</a:t>
            </a:r>
            <a:endParaRPr lang="it-IT" noProof="0"/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Great community support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Signal</a:t>
            </a:r>
            <a:r>
              <a:rPr lang="it-IT" noProof="0"/>
              <a:t> </a:t>
            </a:r>
            <a:r>
              <a:rPr lang="it-IT" noProof="0" err="1"/>
              <a:t>based</a:t>
            </a:r>
            <a:r>
              <a:rPr lang="it-IT" noProof="0"/>
              <a:t> </a:t>
            </a:r>
            <a:r>
              <a:rPr lang="it-IT" noProof="0" err="1"/>
              <a:t>reactivity</a:t>
            </a:r>
            <a:r>
              <a:rPr lang="it-IT" noProof="0"/>
              <a:t> (integrazione con </a:t>
            </a:r>
            <a:r>
              <a:rPr lang="it-IT" noProof="0" err="1"/>
              <a:t>RxJS</a:t>
            </a:r>
            <a:r>
              <a:rPr lang="it-IT" noProof="0"/>
              <a:t>)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Typescript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 err="1"/>
              <a:t>Angular</a:t>
            </a:r>
            <a:r>
              <a:rPr lang="it-IT" b="1" noProof="0"/>
              <a:t> </a:t>
            </a:r>
            <a:r>
              <a:rPr lang="it-IT" b="1" noProof="0" err="1"/>
              <a:t>Material</a:t>
            </a:r>
            <a:endParaRPr lang="it-IT" b="1" noProof="0"/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Google </a:t>
            </a:r>
            <a:r>
              <a:rPr lang="it-IT" noProof="0" err="1"/>
              <a:t>Material</a:t>
            </a:r>
            <a:r>
              <a:rPr lang="it-IT" noProof="0"/>
              <a:t> Design (sistema di progettazione robusto e già testato su miliardi di utenti)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Coerenza stilistica con component-</a:t>
            </a:r>
            <a:r>
              <a:rPr lang="it-IT" noProof="0" err="1"/>
              <a:t>based</a:t>
            </a:r>
            <a:r>
              <a:rPr lang="it-IT" noProof="0"/>
              <a:t> design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Responsive</a:t>
            </a:r>
            <a:endParaRPr lang="it-IT" b="1" noProof="0"/>
          </a:p>
        </p:txBody>
      </p:sp>
    </p:spTree>
    <p:extLst>
      <p:ext uri="{BB962C8B-B14F-4D97-AF65-F5344CB8AC3E}">
        <p14:creationId xmlns:p14="http://schemas.microsoft.com/office/powerpoint/2010/main" val="8844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060361-581C-F7AD-EF63-F56E52B24CB9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A1A8FB-CFAD-4EBD-3426-CDC30F334D61}"/>
              </a:ext>
            </a:extLst>
          </p:cNvPr>
          <p:cNvSpPr/>
          <p:nvPr/>
        </p:nvSpPr>
        <p:spPr>
          <a:xfrm>
            <a:off x="304800" y="304800"/>
            <a:ext cx="591997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>
                <a:solidFill>
                  <a:schemeClr val="bg1"/>
                </a:solidFill>
              </a:rPr>
              <a:t>Database relazionale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BE09CA8-3B4E-40D4-2A9C-2B1B7D5EDBEC}"/>
              </a:ext>
            </a:extLst>
          </p:cNvPr>
          <p:cNvSpPr/>
          <p:nvPr/>
        </p:nvSpPr>
        <p:spPr>
          <a:xfrm>
            <a:off x="453345" y="1622373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1395024-B78D-2ED3-BF4F-15C70CF438C1}"/>
              </a:ext>
            </a:extLst>
          </p:cNvPr>
          <p:cNvSpPr/>
          <p:nvPr/>
        </p:nvSpPr>
        <p:spPr>
          <a:xfrm>
            <a:off x="453345" y="1256653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Entità principali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B92FF74-264C-97FD-682D-6EC5D50C25C9}"/>
              </a:ext>
            </a:extLst>
          </p:cNvPr>
          <p:cNvSpPr/>
          <p:nvPr/>
        </p:nvSpPr>
        <p:spPr>
          <a:xfrm>
            <a:off x="6305505" y="1647642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4615EB2-597A-A292-1963-DA9963DBD5C9}"/>
              </a:ext>
            </a:extLst>
          </p:cNvPr>
          <p:cNvSpPr/>
          <p:nvPr/>
        </p:nvSpPr>
        <p:spPr>
          <a:xfrm>
            <a:off x="6224779" y="1700982"/>
            <a:ext cx="4998719" cy="19812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>
              <a:lnSpc>
                <a:spcPts val="2800"/>
              </a:lnSpc>
              <a:buSzPct val="100000"/>
            </a:pPr>
            <a:endParaRPr lang="it-IT" noProof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42C3AC8-8952-EDDB-89D6-BC39D3883BA3}"/>
              </a:ext>
            </a:extLst>
          </p:cNvPr>
          <p:cNvSpPr/>
          <p:nvPr/>
        </p:nvSpPr>
        <p:spPr>
          <a:xfrm>
            <a:off x="453345" y="1759432"/>
            <a:ext cx="3904343" cy="140119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ea typeface="Arial" pitchFamily="34" charset="-122"/>
                <a:cs typeface="Arial" pitchFamily="34" charset="-120"/>
              </a:rPr>
              <a:t>User</a:t>
            </a:r>
            <a:r>
              <a:rPr lang="it-IT" noProof="0">
                <a:solidFill>
                  <a:srgbClr val="1D1D1D"/>
                </a:solidFill>
                <a:ea typeface="Arial" pitchFamily="34" charset="-122"/>
                <a:cs typeface="Arial" pitchFamily="34" charset="-120"/>
              </a:rPr>
              <a:t> (Admin, Agent, Client, </a:t>
            </a:r>
            <a:r>
              <a:rPr lang="it-IT" noProof="0" err="1">
                <a:solidFill>
                  <a:srgbClr val="1D1D1D"/>
                </a:solidFill>
                <a:ea typeface="Arial" pitchFamily="34" charset="-122"/>
                <a:cs typeface="Arial" pitchFamily="34" charset="-120"/>
              </a:rPr>
              <a:t>Owner</a:t>
            </a:r>
            <a:r>
              <a:rPr lang="it-IT" noProof="0">
                <a:solidFill>
                  <a:srgbClr val="1D1D1D"/>
                </a:solidFill>
                <a:ea typeface="Arial" pitchFamily="34" charset="-122"/>
                <a:cs typeface="Arial" pitchFamily="34" charset="-120"/>
              </a:rPr>
              <a:t>)</a:t>
            </a:r>
            <a:endParaRPr lang="it-IT" noProof="0"/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 err="1">
                <a:solidFill>
                  <a:srgbClr val="1D1D1D"/>
                </a:solidFill>
                <a:ea typeface="Arial" pitchFamily="34" charset="-122"/>
                <a:cs typeface="Arial" pitchFamily="34" charset="-120"/>
              </a:rPr>
              <a:t>Property</a:t>
            </a:r>
            <a:endParaRPr lang="it-IT" b="1" noProof="0">
              <a:solidFill>
                <a:srgbClr val="1D1D1D"/>
              </a:solidFill>
              <a:ea typeface="Arial" pitchFamily="34" charset="-122"/>
              <a:cs typeface="Arial" pitchFamily="34" charset="-120"/>
            </a:endParaRP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 err="1">
                <a:solidFill>
                  <a:srgbClr val="1D1D1D"/>
                </a:solidFill>
                <a:cs typeface="Arial" pitchFamily="34" charset="-120"/>
              </a:rPr>
              <a:t>SavedSearch</a:t>
            </a:r>
            <a:endParaRPr lang="it-IT" noProof="0"/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ea typeface="Arial" pitchFamily="34" charset="-122"/>
                <a:cs typeface="Arial" pitchFamily="34" charset="-120"/>
              </a:rPr>
              <a:t>Notification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Agency</a:t>
            </a:r>
            <a:endParaRPr lang="it-IT" noProof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E78F503-4DE5-69B2-6159-17F33CA317E6}"/>
              </a:ext>
            </a:extLst>
          </p:cNvPr>
          <p:cNvSpPr txBox="1"/>
          <p:nvPr/>
        </p:nvSpPr>
        <p:spPr>
          <a:xfrm>
            <a:off x="384288" y="4200149"/>
            <a:ext cx="4309632" cy="258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/>
              <a:t>Oracle Cloud </a:t>
            </a:r>
            <a:r>
              <a:rPr lang="it-IT" b="1" noProof="0" err="1"/>
              <a:t>Infrastructure</a:t>
            </a:r>
            <a:r>
              <a:rPr lang="it-IT" b="1" noProof="0"/>
              <a:t> </a:t>
            </a:r>
            <a:r>
              <a:rPr lang="it-IT" noProof="0"/>
              <a:t>(free </a:t>
            </a:r>
            <a:r>
              <a:rPr lang="it-IT" noProof="0" err="1"/>
              <a:t>tier</a:t>
            </a:r>
            <a:r>
              <a:rPr lang="it-IT" noProof="0"/>
              <a:t>)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/>
              <a:t>Oracle </a:t>
            </a:r>
            <a:r>
              <a:rPr lang="it-IT" b="1" noProof="0" err="1"/>
              <a:t>Spatial</a:t>
            </a:r>
            <a:endParaRPr lang="it-IT" b="1" noProof="0"/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SDO_GEOMETRY tipo dati spaziale (per </a:t>
            </a:r>
            <a:r>
              <a:rPr lang="it-IT" noProof="0" err="1"/>
              <a:t>lat</a:t>
            </a:r>
            <a:r>
              <a:rPr lang="it-IT" noProof="0"/>
              <a:t>/</a:t>
            </a:r>
            <a:r>
              <a:rPr lang="it-IT" noProof="0" err="1"/>
              <a:t>lng</a:t>
            </a:r>
            <a:r>
              <a:rPr lang="it-IT" noProof="0"/>
              <a:t>)</a:t>
            </a:r>
          </a:p>
          <a:p>
            <a:pPr marL="742950" lvl="1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SDO_WITHIN_DISTANCE funzione per ricerca entro raggio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/>
              <a:t>JSON </a:t>
            </a:r>
            <a:r>
              <a:rPr lang="it-IT" b="1" noProof="0" err="1"/>
              <a:t>Datatypes</a:t>
            </a:r>
            <a:endParaRPr lang="it-IT" b="1" noProof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0FBBEC2C-5D70-4822-3124-26B22AD3CE25}"/>
              </a:ext>
            </a:extLst>
          </p:cNvPr>
          <p:cNvSpPr/>
          <p:nvPr/>
        </p:nvSpPr>
        <p:spPr>
          <a:xfrm>
            <a:off x="453345" y="4131619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72D7FFD-EA22-C86C-4E90-72A277A6C26B}"/>
              </a:ext>
            </a:extLst>
          </p:cNvPr>
          <p:cNvSpPr/>
          <p:nvPr/>
        </p:nvSpPr>
        <p:spPr>
          <a:xfrm>
            <a:off x="448988" y="3697370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Motivazioni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C1F3B7B3-7E9C-DF33-741B-A674FD89177C}"/>
              </a:ext>
            </a:extLst>
          </p:cNvPr>
          <p:cNvSpPr/>
          <p:nvPr/>
        </p:nvSpPr>
        <p:spPr>
          <a:xfrm>
            <a:off x="6305504" y="1198153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Indici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38E5BF6D-3180-8CA0-0981-B73FD8CFD3E0}"/>
              </a:ext>
            </a:extLst>
          </p:cNvPr>
          <p:cNvSpPr/>
          <p:nvPr/>
        </p:nvSpPr>
        <p:spPr>
          <a:xfrm>
            <a:off x="6305505" y="4096748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5E7FF09-C83E-0F2B-08AA-DBB73FC38A44}"/>
              </a:ext>
            </a:extLst>
          </p:cNvPr>
          <p:cNvSpPr txBox="1"/>
          <p:nvPr/>
        </p:nvSpPr>
        <p:spPr>
          <a:xfrm>
            <a:off x="6224779" y="1753434"/>
            <a:ext cx="48394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idx_properties_price</a:t>
            </a:r>
            <a:r>
              <a:rPr lang="it-IT" noProof="0"/>
              <a:t>: sul campo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idx_properties_type</a:t>
            </a:r>
            <a:r>
              <a:rPr lang="it-IT" noProof="0"/>
              <a:t>: sul campo </a:t>
            </a:r>
            <a:r>
              <a:rPr lang="it-IT" noProof="0" err="1"/>
              <a:t>property_type</a:t>
            </a:r>
            <a:endParaRPr lang="it-IT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idx_properties_city</a:t>
            </a:r>
            <a:r>
              <a:rPr lang="it-IT" noProof="0"/>
              <a:t>: sul campo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idx_property_geom_point</a:t>
            </a:r>
            <a:r>
              <a:rPr lang="it-IT" noProof="0"/>
              <a:t>: sul campo GEOM_POINT </a:t>
            </a: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443B658C-9C94-E028-33E8-F2B138A32B97}"/>
              </a:ext>
            </a:extLst>
          </p:cNvPr>
          <p:cNvSpPr/>
          <p:nvPr/>
        </p:nvSpPr>
        <p:spPr>
          <a:xfrm>
            <a:off x="6305504" y="3682182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Triggers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D2F7FD3-7AA0-C809-1CD9-CBA961AC9E16}"/>
              </a:ext>
            </a:extLst>
          </p:cNvPr>
          <p:cNvSpPr txBox="1"/>
          <p:nvPr/>
        </p:nvSpPr>
        <p:spPr>
          <a:xfrm>
            <a:off x="6305505" y="4145595"/>
            <a:ext cx="49987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trg_property_geo_sync</a:t>
            </a:r>
            <a:r>
              <a:rPr lang="it-IT" noProof="0"/>
              <a:t>: conversione </a:t>
            </a:r>
            <a:r>
              <a:rPr lang="it-IT" noProof="0" err="1"/>
              <a:t>GeoJSON</a:t>
            </a:r>
            <a:r>
              <a:rPr lang="it-IT" noProof="0"/>
              <a:t> </a:t>
            </a:r>
            <a:r>
              <a:rPr lang="it-IT" noProof="0">
                <a:sym typeface="Wingdings" panose="05000000000000000000" pitchFamily="2" charset="2"/>
              </a:rPr>
              <a:t> </a:t>
            </a:r>
            <a:r>
              <a:rPr lang="it-IT" noProof="0"/>
              <a:t>GEOM_POINT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trg_prevent_disabled_notifications</a:t>
            </a:r>
            <a:r>
              <a:rPr lang="it-IT" noProof="0"/>
              <a:t>: controllo preferenze notifiche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/>
              <a:t>Coerenza ricerche salvate e notifiche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noProof="0" err="1"/>
              <a:t>trg_saved_searches_notification</a:t>
            </a:r>
            <a:endParaRPr lang="it-IT" noProof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noProof="0" err="1"/>
              <a:t>trg_users_notification_prefs</a:t>
            </a:r>
            <a:endParaRPr lang="it-IT" noProof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noProof="0" err="1"/>
              <a:t>trg_users_delete_unsent_notifications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7499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9A995-D803-02D3-F18A-D95FD3D66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175F93-F173-9F65-C2AC-826E9E34905A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84CA4C-6210-F99F-38D1-363A323F5668}"/>
              </a:ext>
            </a:extLst>
          </p:cNvPr>
          <p:cNvSpPr/>
          <p:nvPr/>
        </p:nvSpPr>
        <p:spPr>
          <a:xfrm>
            <a:off x="304800" y="304800"/>
            <a:ext cx="591997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 err="1">
                <a:solidFill>
                  <a:schemeClr val="bg1"/>
                </a:solidFill>
              </a:rPr>
              <a:t>Frontend</a:t>
            </a:r>
            <a:endParaRPr lang="it-IT" sz="3200" b="1" noProof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1952ABE-8FA1-65C6-581A-747D8E049D21}"/>
              </a:ext>
            </a:extLst>
          </p:cNvPr>
          <p:cNvSpPr/>
          <p:nvPr/>
        </p:nvSpPr>
        <p:spPr>
          <a:xfrm>
            <a:off x="462708" y="1458194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360593F-86AD-210A-C88C-43DB41C05601}"/>
              </a:ext>
            </a:extLst>
          </p:cNvPr>
          <p:cNvSpPr/>
          <p:nvPr/>
        </p:nvSpPr>
        <p:spPr>
          <a:xfrm>
            <a:off x="462708" y="1078363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Scelte di design UI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48764F0-3091-BBF5-20E2-3E9B2E9C859B}"/>
              </a:ext>
            </a:extLst>
          </p:cNvPr>
          <p:cNvSpPr/>
          <p:nvPr/>
        </p:nvSpPr>
        <p:spPr>
          <a:xfrm>
            <a:off x="7450375" y="630347"/>
            <a:ext cx="4998719" cy="19812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>
              <a:lnSpc>
                <a:spcPts val="2800"/>
              </a:lnSpc>
              <a:buSzPct val="100000"/>
            </a:pPr>
            <a:endParaRPr lang="it-IT" noProof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8F9DC08-BC17-0400-15A5-E341C164D6F0}"/>
              </a:ext>
            </a:extLst>
          </p:cNvPr>
          <p:cNvSpPr/>
          <p:nvPr/>
        </p:nvSpPr>
        <p:spPr>
          <a:xfrm>
            <a:off x="382225" y="1511179"/>
            <a:ext cx="4708729" cy="54942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Attributi di qualità di Nielsen 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(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learnability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efficiency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memorability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errors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satisfaction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)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Adozione di Google </a:t>
            </a:r>
            <a:r>
              <a:rPr lang="it-IT" b="1" noProof="0" err="1">
                <a:solidFill>
                  <a:srgbClr val="1D1D1D"/>
                </a:solidFill>
                <a:cs typeface="Arial" pitchFamily="34" charset="-120"/>
              </a:rPr>
              <a:t>Material</a:t>
            </a: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 Design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Principi di design 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(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affordances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constraints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feedback,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consistency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metaphors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mappings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)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Modelli cognitivi 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(GOMS (Goals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Operators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Methods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Selection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rules)</a:t>
            </a:r>
          </a:p>
          <a:p>
            <a:pPr marL="285750" indent="-285750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Modelli predittivi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(legge di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Hick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legge di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Fitts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)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 err="1">
                <a:solidFill>
                  <a:srgbClr val="1D1D1D"/>
                </a:solidFill>
                <a:cs typeface="Arial" pitchFamily="34" charset="-120"/>
              </a:rPr>
              <a:t>Stetegia</a:t>
            </a: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 cromatica e tipografia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Gerarchia visive 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(schermate operative, schermate di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fruzione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contenuti)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Principi della Gestalt 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(similarità, prossimità, common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region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connectedness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, figure/ground)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>
                <a:solidFill>
                  <a:srgbClr val="1D1D1D"/>
                </a:solidFill>
                <a:cs typeface="Arial" pitchFamily="34" charset="-120"/>
              </a:rPr>
              <a:t>Rispetto delle 10 euristiche di Nielsen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Applicazione delle 8 regole d'oro di </a:t>
            </a:r>
            <a:r>
              <a:rPr lang="it-IT" b="1" noProof="0" err="1">
                <a:solidFill>
                  <a:srgbClr val="1D1D1D"/>
                </a:solidFill>
                <a:cs typeface="Arial" pitchFamily="34" charset="-120"/>
              </a:rPr>
              <a:t>Shneiderman</a:t>
            </a:r>
            <a:endParaRPr lang="it-IT" b="1" noProof="0">
              <a:solidFill>
                <a:srgbClr val="1D1D1D"/>
              </a:solidFill>
              <a:cs typeface="Arial" pitchFamily="34" charset="-12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EADC5F8-F807-1EB2-96D0-5C71BD73C4AF}"/>
              </a:ext>
            </a:extLst>
          </p:cNvPr>
          <p:cNvSpPr txBox="1"/>
          <p:nvPr/>
        </p:nvSpPr>
        <p:spPr>
          <a:xfrm>
            <a:off x="6172697" y="2800752"/>
            <a:ext cx="4309632" cy="11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Maps </a:t>
            </a:r>
            <a:r>
              <a:rPr lang="it-IT" noProof="0" err="1"/>
              <a:t>Javascript</a:t>
            </a:r>
            <a:r>
              <a:rPr lang="it-IT" noProof="0"/>
              <a:t> API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Places API </a:t>
            </a:r>
            <a:r>
              <a:rPr lang="it-IT" noProof="0" err="1"/>
              <a:t>Autocomplete</a:t>
            </a:r>
            <a:endParaRPr lang="it-IT" noProof="0"/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endParaRPr lang="it-IT" b="1" noProof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1378DD79-0ECA-C1AA-FFFE-41DE9509A3D5}"/>
              </a:ext>
            </a:extLst>
          </p:cNvPr>
          <p:cNvSpPr/>
          <p:nvPr/>
        </p:nvSpPr>
        <p:spPr>
          <a:xfrm>
            <a:off x="6222077" y="2886716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36528D1A-4336-B800-0A48-6260DAD65AE1}"/>
              </a:ext>
            </a:extLst>
          </p:cNvPr>
          <p:cNvSpPr/>
          <p:nvPr/>
        </p:nvSpPr>
        <p:spPr>
          <a:xfrm>
            <a:off x="6192086" y="2405508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Servizi esterni</a:t>
            </a:r>
            <a:endParaRPr lang="it-IT" sz="2000" noProof="0">
              <a:solidFill>
                <a:schemeClr val="tx2"/>
              </a:solidFill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9AF0051A-0C78-3AC2-994D-59F5E1006BF2}"/>
              </a:ext>
            </a:extLst>
          </p:cNvPr>
          <p:cNvSpPr/>
          <p:nvPr/>
        </p:nvSpPr>
        <p:spPr>
          <a:xfrm>
            <a:off x="6192087" y="1061045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Design pattern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A3C208C7-22C2-C6CB-9969-4ECDA48D29ED}"/>
              </a:ext>
            </a:extLst>
          </p:cNvPr>
          <p:cNvSpPr/>
          <p:nvPr/>
        </p:nvSpPr>
        <p:spPr>
          <a:xfrm>
            <a:off x="6192086" y="1566023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53A6EE9-1D98-099A-ECCF-D15EE4637144}"/>
              </a:ext>
            </a:extLst>
          </p:cNvPr>
          <p:cNvSpPr txBox="1"/>
          <p:nvPr/>
        </p:nvSpPr>
        <p:spPr>
          <a:xfrm>
            <a:off x="6192086" y="1645774"/>
            <a:ext cx="4708730" cy="784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/>
              <a:t>Observer</a:t>
            </a:r>
          </a:p>
          <a:p>
            <a:pPr marL="285750" indent="-285750">
              <a:lnSpc>
                <a:spcPts val="28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 err="1"/>
              <a:t>Dependency</a:t>
            </a:r>
            <a:r>
              <a:rPr lang="it-IT" noProof="0"/>
              <a:t> injection</a:t>
            </a:r>
          </a:p>
        </p:txBody>
      </p:sp>
      <p:pic>
        <p:nvPicPr>
          <p:cNvPr id="5" name="Immagine 4" descr="Immagine che contiene testo, schermata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DBD6F30D-76CE-F255-1D4F-0665A2BEC7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85"/>
          <a:stretch>
            <a:fillRect/>
          </a:stretch>
        </p:blipFill>
        <p:spPr>
          <a:xfrm>
            <a:off x="4845252" y="5458085"/>
            <a:ext cx="6964523" cy="82883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AA11701-C93F-FC61-0518-AAB5892016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345" b="80796"/>
          <a:stretch>
            <a:fillRect/>
          </a:stretch>
        </p:blipFill>
        <p:spPr bwMode="auto">
          <a:xfrm>
            <a:off x="6290088" y="4370328"/>
            <a:ext cx="2051050" cy="3657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DC91006-DAE5-BDBD-D608-ECFB99A7DDEA}"/>
              </a:ext>
            </a:extLst>
          </p:cNvPr>
          <p:cNvSpPr txBox="1"/>
          <p:nvPr/>
        </p:nvSpPr>
        <p:spPr>
          <a:xfrm>
            <a:off x="5250539" y="6207645"/>
            <a:ext cx="7542576" cy="42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SzPct val="100000"/>
            </a:pPr>
            <a:r>
              <a:rPr lang="it-IT" sz="1600" noProof="0" err="1"/>
              <a:t>Primary</a:t>
            </a:r>
            <a:r>
              <a:rPr lang="it-IT" sz="1600" noProof="0"/>
              <a:t>                                        Accent   Warning     Background             </a:t>
            </a:r>
            <a:r>
              <a:rPr lang="it-IT" sz="1600" noProof="0" err="1"/>
              <a:t>Foreground</a:t>
            </a:r>
            <a:endParaRPr lang="it-IT" sz="1600" noProof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4EBBD66-E3D1-CBEC-701B-FCF7A8E09C11}"/>
              </a:ext>
            </a:extLst>
          </p:cNvPr>
          <p:cNvSpPr txBox="1"/>
          <p:nvPr/>
        </p:nvSpPr>
        <p:spPr>
          <a:xfrm>
            <a:off x="4845252" y="4384176"/>
            <a:ext cx="1444836" cy="418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SzPct val="100000"/>
            </a:pPr>
            <a:r>
              <a:rPr lang="it-IT" sz="1600" noProof="0" err="1"/>
              <a:t>Roboto</a:t>
            </a:r>
            <a:r>
              <a:rPr lang="it-IT" sz="1600" noProof="0"/>
              <a:t> family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4ADB6E0B-4479-99BA-8A81-02C8A40493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2" t="34435" r="25723" b="49398"/>
          <a:stretch>
            <a:fillRect/>
          </a:stretch>
        </p:blipFill>
        <p:spPr bwMode="auto">
          <a:xfrm>
            <a:off x="6370346" y="4780777"/>
            <a:ext cx="2051050" cy="3078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AF59AFB6-CCC1-5844-97AC-B1941383D5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4" t="19988" r="29345" b="66167"/>
          <a:stretch>
            <a:fillRect/>
          </a:stretch>
        </p:blipFill>
        <p:spPr bwMode="auto">
          <a:xfrm>
            <a:off x="8173560" y="4493011"/>
            <a:ext cx="1896797" cy="26366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7523DC74-A0C1-F572-1AEE-73149B9ABB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2" t="63312" r="41290" b="22844"/>
          <a:stretch>
            <a:fillRect/>
          </a:stretch>
        </p:blipFill>
        <p:spPr bwMode="auto">
          <a:xfrm>
            <a:off x="10397953" y="4483708"/>
            <a:ext cx="1555876" cy="26366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25BEA4B0-84A2-085D-814B-A1FD28FE74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1" t="49251" r="29346" b="38072"/>
          <a:stretch>
            <a:fillRect/>
          </a:stretch>
        </p:blipFill>
        <p:spPr bwMode="auto">
          <a:xfrm>
            <a:off x="7815182" y="4809116"/>
            <a:ext cx="1880907" cy="2414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063A76A7-F49B-8325-0EAE-D3952C51DF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2" t="78314" r="44367" b="3025"/>
          <a:stretch>
            <a:fillRect/>
          </a:stretch>
        </p:blipFill>
        <p:spPr bwMode="auto">
          <a:xfrm>
            <a:off x="10478211" y="4756673"/>
            <a:ext cx="1444837" cy="35538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85738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52DF2-1A6D-B2BC-2E40-12FE1F08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A2DC5B-F397-FEEF-5ACF-F12B2FDE4441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19447C-9894-B7E5-A13E-2A7C0EA83828}"/>
              </a:ext>
            </a:extLst>
          </p:cNvPr>
          <p:cNvSpPr/>
          <p:nvPr/>
        </p:nvSpPr>
        <p:spPr>
          <a:xfrm>
            <a:off x="304800" y="304800"/>
            <a:ext cx="7202557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>
                <a:solidFill>
                  <a:schemeClr val="bg1"/>
                </a:solidFill>
              </a:rPr>
              <a:t>Workflow ricerca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82466315-EC87-E521-8F3C-C1A6049A40A2}"/>
              </a:ext>
            </a:extLst>
          </p:cNvPr>
          <p:cNvSpPr txBox="1"/>
          <p:nvPr/>
        </p:nvSpPr>
        <p:spPr>
          <a:xfrm>
            <a:off x="-303414" y="1171635"/>
            <a:ext cx="4764906" cy="568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lnSpc>
                <a:spcPct val="115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it-IT" sz="1800" kern="100" noProof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L'utente può cliccare sull'input di ricerca e scegliere "visualizza mappa"</a:t>
            </a:r>
          </a:p>
          <a:p>
            <a:pPr marL="742950" lvl="1" indent="-285750" algn="l">
              <a:lnSpc>
                <a:spcPct val="115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it-IT" kern="100" noProof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it-IT" sz="1800" kern="100" noProof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uò scegliere di condividere la propria posizione. </a:t>
            </a:r>
          </a:p>
          <a:p>
            <a:pPr marL="742950" lvl="1" indent="-285750" algn="l">
              <a:lnSpc>
                <a:spcPct val="115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it-IT" sz="1800" kern="100" noProof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la condivide la mappa si porta nella sua posizione.</a:t>
            </a:r>
          </a:p>
          <a:p>
            <a:pPr marL="742950" lvl="1" indent="-285750" algn="l">
              <a:lnSpc>
                <a:spcPct val="115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it-IT" kern="100" noProof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it-IT" sz="1800" kern="100" noProof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non la condivide la mappa visualizza l'Italia intera. </a:t>
            </a:r>
          </a:p>
          <a:p>
            <a:pPr marL="742950" lvl="1" indent="-285750" algn="l">
              <a:lnSpc>
                <a:spcPct val="115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it-IT" sz="1800" kern="100" noProof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risultati appaiono dopo un livello minimo di zoom mentre cambiano ogni volta che l'utente muove la mappa. </a:t>
            </a:r>
          </a:p>
          <a:p>
            <a:pPr marL="742950" lvl="1" indent="-285750" algn="l">
              <a:lnSpc>
                <a:spcPct val="115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it-IT" sz="1800" kern="100" noProof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l'utente non sceglie "visualizza mappa" ma seleziona tramite </a:t>
            </a:r>
            <a:r>
              <a:rPr lang="it-IT" sz="1800" kern="100" noProof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autocomplete</a:t>
            </a:r>
            <a:r>
              <a:rPr lang="it-IT" sz="1800" kern="100" noProof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indirizzo e clicca cerca la mappa non appare e appaiono i soli appartamenti come elenco. </a:t>
            </a: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97938E39-40F7-410E-BC32-974832E82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75" y="0"/>
            <a:ext cx="7210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0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709B7-ECFF-7D83-2B53-63EF338A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1D90F2-351F-4CF6-D201-746994BB1417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42A961-39E3-975F-6A72-3987AF6FCB7F}"/>
              </a:ext>
            </a:extLst>
          </p:cNvPr>
          <p:cNvSpPr/>
          <p:nvPr/>
        </p:nvSpPr>
        <p:spPr>
          <a:xfrm>
            <a:off x="304800" y="304800"/>
            <a:ext cx="591997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 err="1">
                <a:solidFill>
                  <a:schemeClr val="bg1"/>
                </a:solidFill>
              </a:rPr>
              <a:t>Deploy</a:t>
            </a:r>
            <a:endParaRPr lang="it-IT" sz="3200" b="1" noProof="0">
              <a:solidFill>
                <a:schemeClr val="bg1"/>
              </a:solidFill>
            </a:endParaRPr>
          </a:p>
        </p:txBody>
      </p:sp>
      <p:pic>
        <p:nvPicPr>
          <p:cNvPr id="5" name="Immagine 4" descr="Immagine che contiene testo, schermata, diagramma, logo&#10;&#10;Il contenuto generato dall'IA potrebbe non essere corretto.">
            <a:extLst>
              <a:ext uri="{FF2B5EF4-FFF2-40B4-BE49-F238E27FC236}">
                <a16:creationId xmlns:a16="http://schemas.microsoft.com/office/drawing/2014/main" id="{193F18BB-F777-002B-CB40-FEF7673139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52" y="2287825"/>
            <a:ext cx="4488096" cy="1255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magine 5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8BDD1409-914A-79B8-39B2-3333A94FEF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71" t="10293" r="55908" b="42159"/>
          <a:stretch>
            <a:fillRect/>
          </a:stretch>
        </p:blipFill>
        <p:spPr>
          <a:xfrm>
            <a:off x="371389" y="3821485"/>
            <a:ext cx="2320827" cy="2450781"/>
          </a:xfrm>
          <a:prstGeom prst="rect">
            <a:avLst/>
          </a:prstGeom>
        </p:spPr>
      </p:pic>
      <p:pic>
        <p:nvPicPr>
          <p:cNvPr id="17" name="Immagine 16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AFBB7F31-6A1C-D139-B58E-2D4B381D42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56" t="12013" r="2994" b="9974"/>
          <a:stretch>
            <a:fillRect/>
          </a:stretch>
        </p:blipFill>
        <p:spPr>
          <a:xfrm>
            <a:off x="5571781" y="2014330"/>
            <a:ext cx="6552165" cy="4538870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5E650AFE-0CB7-F85C-FD63-599C37B626F5}"/>
              </a:ext>
            </a:extLst>
          </p:cNvPr>
          <p:cNvSpPr/>
          <p:nvPr/>
        </p:nvSpPr>
        <p:spPr>
          <a:xfrm>
            <a:off x="462709" y="1179017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 err="1">
                <a:solidFill>
                  <a:schemeClr val="tx2"/>
                </a:solidFill>
              </a:rPr>
              <a:t>Cloudflare</a:t>
            </a:r>
            <a:r>
              <a:rPr lang="it-IT" sz="2000" b="1" noProof="0">
                <a:solidFill>
                  <a:schemeClr val="tx2"/>
                </a:solidFill>
              </a:rPr>
              <a:t> TLS </a:t>
            </a:r>
            <a:r>
              <a:rPr lang="it-IT" sz="2000" b="1" noProof="0" err="1">
                <a:solidFill>
                  <a:schemeClr val="tx2"/>
                </a:solidFill>
              </a:rPr>
              <a:t>Termination</a:t>
            </a:r>
            <a:endParaRPr lang="it-IT" sz="2000" b="1" noProof="0">
              <a:solidFill>
                <a:schemeClr val="tx2"/>
              </a:solidFill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EDD0BAFE-3CA2-2FC2-0B22-714AEBA1839B}"/>
              </a:ext>
            </a:extLst>
          </p:cNvPr>
          <p:cNvSpPr/>
          <p:nvPr/>
        </p:nvSpPr>
        <p:spPr>
          <a:xfrm>
            <a:off x="5730446" y="1171967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 err="1">
                <a:solidFill>
                  <a:schemeClr val="tx2"/>
                </a:solidFill>
              </a:rPr>
              <a:t>Deploy</a:t>
            </a:r>
            <a:r>
              <a:rPr lang="it-IT" sz="2000" b="1" noProof="0">
                <a:solidFill>
                  <a:schemeClr val="tx2"/>
                </a:solidFill>
              </a:rPr>
              <a:t> workflow</a:t>
            </a: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BE2727B9-C7A9-7BEB-1245-6132AF32088A}"/>
              </a:ext>
            </a:extLst>
          </p:cNvPr>
          <p:cNvSpPr/>
          <p:nvPr/>
        </p:nvSpPr>
        <p:spPr>
          <a:xfrm>
            <a:off x="462708" y="1544737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3D8BAD62-A973-02AB-6A18-0D1BE100759A}"/>
              </a:ext>
            </a:extLst>
          </p:cNvPr>
          <p:cNvSpPr/>
          <p:nvPr/>
        </p:nvSpPr>
        <p:spPr>
          <a:xfrm>
            <a:off x="5730447" y="1544737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1B9D7929-E7CA-3045-EC81-F195AB106EB9}"/>
              </a:ext>
            </a:extLst>
          </p:cNvPr>
          <p:cNvSpPr/>
          <p:nvPr/>
        </p:nvSpPr>
        <p:spPr>
          <a:xfrm>
            <a:off x="388991" y="1576656"/>
            <a:ext cx="4065315" cy="549428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TLS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Termination</a:t>
            </a:r>
            <a:endParaRPr lang="it-IT" noProof="0">
              <a:solidFill>
                <a:srgbClr val="1D1D1D"/>
              </a:solidFill>
              <a:cs typeface="Arial" pitchFamily="34" charset="-120"/>
            </a:endParaRP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CDN</a:t>
            </a: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66CD9DAA-30C3-694F-37D5-2AB295AD2466}"/>
              </a:ext>
            </a:extLst>
          </p:cNvPr>
          <p:cNvSpPr/>
          <p:nvPr/>
        </p:nvSpPr>
        <p:spPr>
          <a:xfrm>
            <a:off x="5652049" y="1648609"/>
            <a:ext cx="6076125" cy="32972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>
              <a:lnSpc>
                <a:spcPts val="2100"/>
              </a:lnSpc>
              <a:buSzPct val="100000"/>
            </a:pP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Docker Compose 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  <a:sym typeface="Wingdings" panose="05000000000000000000" pitchFamily="2" charset="2"/>
              </a:rPr>
              <a:t> Docker Hub  AWS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  <a:sym typeface="Wingdings" panose="05000000000000000000" pitchFamily="2" charset="2"/>
              </a:rPr>
              <a:t>Elastic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  <a:sym typeface="Wingdings" panose="05000000000000000000" pitchFamily="2" charset="2"/>
              </a:rPr>
              <a:t>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  <a:sym typeface="Wingdings" panose="05000000000000000000" pitchFamily="2" charset="2"/>
              </a:rPr>
              <a:t>Beanstalk</a:t>
            </a:r>
            <a:endParaRPr lang="it-IT" noProof="0">
              <a:solidFill>
                <a:srgbClr val="1D1D1D"/>
              </a:solidFill>
              <a:cs typeface="Arial" pitchFamily="34" charset="-120"/>
            </a:endParaRPr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03C9CB0C-E125-4E6B-7DDE-332D1A7D91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089" t="13741" r="13562" b="14536"/>
          <a:stretch>
            <a:fillRect/>
          </a:stretch>
        </p:blipFill>
        <p:spPr>
          <a:xfrm>
            <a:off x="2692216" y="3883132"/>
            <a:ext cx="2320827" cy="2300736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186C6FC-BF0F-B35D-4222-16BE31F07E03}"/>
              </a:ext>
            </a:extLst>
          </p:cNvPr>
          <p:cNvSpPr txBox="1"/>
          <p:nvPr/>
        </p:nvSpPr>
        <p:spPr>
          <a:xfrm>
            <a:off x="915099" y="62198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noProof="0">
                <a:hlinkClick r:id="rId7"/>
              </a:rPr>
              <a:t>https://dietiestates25.dpdns.org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189752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D723-E529-72D1-14E4-94F700847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57D87B-B7CF-4F96-A488-7852FA54678E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27AC31-759A-7226-C4DC-2A62353118BE}"/>
              </a:ext>
            </a:extLst>
          </p:cNvPr>
          <p:cNvSpPr/>
          <p:nvPr/>
        </p:nvSpPr>
        <p:spPr>
          <a:xfrm>
            <a:off x="304800" y="304800"/>
            <a:ext cx="591997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>
                <a:solidFill>
                  <a:schemeClr val="bg1"/>
                </a:solidFill>
              </a:rPr>
              <a:t>Unit testing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012E6F-DA37-B9E4-63C7-429F8BC98A42}"/>
              </a:ext>
            </a:extLst>
          </p:cNvPr>
          <p:cNvSpPr/>
          <p:nvPr/>
        </p:nvSpPr>
        <p:spPr>
          <a:xfrm>
            <a:off x="6639195" y="1268241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Black Box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4CD7EF2-284F-A061-C372-987358754F1C}"/>
              </a:ext>
            </a:extLst>
          </p:cNvPr>
          <p:cNvSpPr/>
          <p:nvPr/>
        </p:nvSpPr>
        <p:spPr>
          <a:xfrm>
            <a:off x="6736350" y="4772445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White Box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8569D36-20DD-BEB2-C472-3D45A321E82C}"/>
              </a:ext>
            </a:extLst>
          </p:cNvPr>
          <p:cNvSpPr/>
          <p:nvPr/>
        </p:nvSpPr>
        <p:spPr>
          <a:xfrm>
            <a:off x="6558708" y="1743292"/>
            <a:ext cx="4065316" cy="41218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Strategia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: R-WECT (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Robust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Weak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Equivalence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Class Testing)</a:t>
            </a:r>
          </a:p>
          <a:p>
            <a:pPr marL="742950" lvl="1" indent="-285750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un caso di test per ogni classe d'equivalenza non valida con tutti gli altri parametri validi</a:t>
            </a:r>
          </a:p>
          <a:p>
            <a:pPr marL="742950" lvl="1" indent="-285750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Testare quante più classi d'equivalenza valide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possible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nello steso caso di test</a:t>
            </a:r>
          </a:p>
          <a:p>
            <a:pPr marL="285750" indent="-285750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it-IT" b="1" noProof="0">
                <a:solidFill>
                  <a:srgbClr val="1D1D1D"/>
                </a:solidFill>
                <a:cs typeface="Arial" pitchFamily="34" charset="-120"/>
              </a:rPr>
              <a:t>Approccio ISP 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(input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space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partitioning</a:t>
            </a:r>
            <a:r>
              <a:rPr lang="it-IT" noProof="0">
                <a:solidFill>
                  <a:srgbClr val="1D1D1D"/>
                </a:solidFill>
                <a:cs typeface="Arial" pitchFamily="34" charset="-120"/>
              </a:rPr>
              <a:t>): </a:t>
            </a:r>
            <a:r>
              <a:rPr lang="it-IT" noProof="0" err="1">
                <a:solidFill>
                  <a:srgbClr val="1D1D1D"/>
                </a:solidFill>
                <a:cs typeface="Arial" pitchFamily="34" charset="-120"/>
              </a:rPr>
              <a:t>functionality-based</a:t>
            </a:r>
            <a:endParaRPr lang="it-IT" noProof="0">
              <a:solidFill>
                <a:srgbClr val="1D1D1D"/>
              </a:solidFill>
              <a:cs typeface="Arial" pitchFamily="34" charset="-12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D4371C71-817B-FB53-A5D8-3DBAADB277F9}"/>
              </a:ext>
            </a:extLst>
          </p:cNvPr>
          <p:cNvSpPr/>
          <p:nvPr/>
        </p:nvSpPr>
        <p:spPr>
          <a:xfrm>
            <a:off x="6639195" y="1695838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65FB9399-C379-C2EA-24CA-786990DD0CBB}"/>
              </a:ext>
            </a:extLst>
          </p:cNvPr>
          <p:cNvSpPr/>
          <p:nvPr/>
        </p:nvSpPr>
        <p:spPr>
          <a:xfrm>
            <a:off x="6736350" y="5165952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617BC41-4EAA-54CC-CAC3-8C16CC2D26BF}"/>
              </a:ext>
            </a:extLst>
          </p:cNvPr>
          <p:cNvSpPr txBox="1"/>
          <p:nvPr/>
        </p:nvSpPr>
        <p:spPr>
          <a:xfrm>
            <a:off x="6639195" y="5375767"/>
            <a:ext cx="42872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noProof="0"/>
              <a:t>Metriche di copertura: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Node</a:t>
            </a:r>
            <a:r>
              <a:rPr lang="it-IT" b="1" noProof="0"/>
              <a:t> coverage </a:t>
            </a:r>
            <a:r>
              <a:rPr lang="it-IT" noProof="0"/>
              <a:t>(</a:t>
            </a:r>
            <a:r>
              <a:rPr lang="it-IT" noProof="0" err="1"/>
              <a:t>statement</a:t>
            </a:r>
            <a:r>
              <a:rPr lang="it-IT" noProof="0"/>
              <a:t> coverage)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Branch</a:t>
            </a:r>
            <a:r>
              <a:rPr lang="it-IT" b="1" noProof="0"/>
              <a:t> coverage </a:t>
            </a:r>
            <a:r>
              <a:rPr lang="it-IT" noProof="0"/>
              <a:t>(</a:t>
            </a:r>
            <a:r>
              <a:rPr lang="it-IT" noProof="0" err="1"/>
              <a:t>decision</a:t>
            </a:r>
            <a:r>
              <a:rPr lang="it-IT" noProof="0"/>
              <a:t> coverage)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 err="1"/>
              <a:t>Condition</a:t>
            </a:r>
            <a:r>
              <a:rPr lang="it-IT" b="1" noProof="0"/>
              <a:t> coverage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FD3545CF-C6BB-58F6-3B58-64C5FECBDB92}"/>
              </a:ext>
            </a:extLst>
          </p:cNvPr>
          <p:cNvSpPr/>
          <p:nvPr/>
        </p:nvSpPr>
        <p:spPr>
          <a:xfrm>
            <a:off x="462708" y="1330118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Framework scelto</a:t>
            </a: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0C2F74A4-8A2B-F487-7E36-8527413BB028}"/>
              </a:ext>
            </a:extLst>
          </p:cNvPr>
          <p:cNvSpPr/>
          <p:nvPr/>
        </p:nvSpPr>
        <p:spPr>
          <a:xfrm>
            <a:off x="462708" y="1695838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C277FF9-3D60-78D7-3450-8218FC9D1998}"/>
              </a:ext>
            </a:extLst>
          </p:cNvPr>
          <p:cNvSpPr txBox="1"/>
          <p:nvPr/>
        </p:nvSpPr>
        <p:spPr>
          <a:xfrm>
            <a:off x="462708" y="174329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noProof="0" err="1"/>
              <a:t>Jest</a:t>
            </a:r>
            <a:r>
              <a:rPr lang="it-IT" noProof="0"/>
              <a:t> (standard </a:t>
            </a:r>
            <a:r>
              <a:rPr lang="it-IT" i="1" noProof="0"/>
              <a:t>de facto</a:t>
            </a:r>
            <a:r>
              <a:rPr lang="it-IT" noProof="0"/>
              <a:t> per testing </a:t>
            </a:r>
            <a:r>
              <a:rPr lang="it-IT" noProof="0" err="1"/>
              <a:t>Javascript</a:t>
            </a:r>
            <a:r>
              <a:rPr lang="it-IT" noProof="0"/>
              <a:t>)</a:t>
            </a:r>
          </a:p>
          <a:p>
            <a:r>
              <a:rPr lang="it-IT" noProof="0"/>
              <a:t>Simile a </a:t>
            </a:r>
            <a:r>
              <a:rPr lang="it-IT" noProof="0" err="1"/>
              <a:t>JUnit</a:t>
            </a:r>
            <a:r>
              <a:rPr lang="it-IT" noProof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Struttura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Asserzioni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Lifecycle hooks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Annotazioni e descrizioni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Test runner integrato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 err="1"/>
              <a:t>Mocking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67375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557CE7-A60F-64B5-F9D8-64DADB6D5B6E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35CFB7-BF26-CA0E-F35F-07D975C4C0E4}"/>
              </a:ext>
            </a:extLst>
          </p:cNvPr>
          <p:cNvSpPr/>
          <p:nvPr/>
        </p:nvSpPr>
        <p:spPr>
          <a:xfrm>
            <a:off x="304800" y="304800"/>
            <a:ext cx="5919979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>
                <a:solidFill>
                  <a:schemeClr val="bg1"/>
                </a:solidFill>
              </a:rPr>
              <a:t>Valutazione dell'usabilità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4CF84F7-9620-6478-6914-235446D30192}"/>
              </a:ext>
            </a:extLst>
          </p:cNvPr>
          <p:cNvSpPr/>
          <p:nvPr/>
        </p:nvSpPr>
        <p:spPr>
          <a:xfrm>
            <a:off x="462708" y="1330118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Expert review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5460F4A-B354-47BD-C013-3B4C11D4AE6A}"/>
              </a:ext>
            </a:extLst>
          </p:cNvPr>
          <p:cNvSpPr/>
          <p:nvPr/>
        </p:nvSpPr>
        <p:spPr>
          <a:xfrm>
            <a:off x="462708" y="1695838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2F90282-FC8E-C224-A399-3A8260F57852}"/>
              </a:ext>
            </a:extLst>
          </p:cNvPr>
          <p:cNvSpPr/>
          <p:nvPr/>
        </p:nvSpPr>
        <p:spPr>
          <a:xfrm>
            <a:off x="6639195" y="1268241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Test con utenti reali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BD40EDF-524C-7D70-1827-90799BB3DAB2}"/>
              </a:ext>
            </a:extLst>
          </p:cNvPr>
          <p:cNvSpPr/>
          <p:nvPr/>
        </p:nvSpPr>
        <p:spPr>
          <a:xfrm>
            <a:off x="6639195" y="1695838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1EBBBF-A48E-56D7-9EA2-785EE403C120}"/>
              </a:ext>
            </a:extLst>
          </p:cNvPr>
          <p:cNvSpPr txBox="1"/>
          <p:nvPr/>
        </p:nvSpPr>
        <p:spPr>
          <a:xfrm>
            <a:off x="462705" y="1745227"/>
            <a:ext cx="51801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noProof="0"/>
              <a:t>Identificare potenziali problemi di usabilità, valutare la qualità del design e fornire feedback senza coinvolgimento degli utenti finali.</a:t>
            </a:r>
          </a:p>
          <a:p>
            <a:endParaRPr lang="it-IT" noProof="0"/>
          </a:p>
          <a:p>
            <a:r>
              <a:rPr lang="it-IT" b="1" noProof="0"/>
              <a:t>Checklist di usabilità </a:t>
            </a:r>
            <a:r>
              <a:rPr lang="it-IT" noProof="0"/>
              <a:t>basata su tre metodi: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/>
              <a:t>Valutazione euristica </a:t>
            </a:r>
            <a:r>
              <a:rPr lang="it-IT" noProof="0"/>
              <a:t>(euristiche di Nielsen)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/>
              <a:t>Ispezione di consistenza </a:t>
            </a:r>
            <a:r>
              <a:rPr lang="it-IT" noProof="0"/>
              <a:t>(coerenza terminologica, coerenza di layout e iterazione tra le diverse schermate)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noProof="0"/>
              <a:t>Revisione delle linee guida </a:t>
            </a:r>
            <a:r>
              <a:rPr lang="it-IT" noProof="0"/>
              <a:t>(conformità con </a:t>
            </a:r>
            <a:r>
              <a:rPr lang="it-IT" noProof="0" err="1"/>
              <a:t>Material</a:t>
            </a:r>
            <a:r>
              <a:rPr lang="it-IT" noProof="0"/>
              <a:t> Design)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noProof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DBC9A3D-74E5-542C-0794-31A91DA326F5}"/>
              </a:ext>
            </a:extLst>
          </p:cNvPr>
          <p:cNvSpPr txBox="1"/>
          <p:nvPr/>
        </p:nvSpPr>
        <p:spPr>
          <a:xfrm>
            <a:off x="6549192" y="1720840"/>
            <a:ext cx="51801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noProof="0"/>
              <a:t>Osservazione di utenti reali mentre eseguono task specifici con il sistema.</a:t>
            </a:r>
          </a:p>
          <a:p>
            <a:endParaRPr lang="it-IT" noProof="0"/>
          </a:p>
          <a:p>
            <a:r>
              <a:rPr lang="it-IT" b="1" noProof="0"/>
              <a:t>Numero di utenti coinvolti</a:t>
            </a:r>
            <a:r>
              <a:rPr lang="it-IT" noProof="0"/>
              <a:t>: 5</a:t>
            </a:r>
          </a:p>
          <a:p>
            <a:r>
              <a:rPr lang="it-IT" b="1" noProof="0"/>
              <a:t>Task eseguiti</a:t>
            </a:r>
            <a:r>
              <a:rPr lang="it-IT" noProof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it-IT" noProof="0"/>
              <a:t>Ricerca avanzata con filtri</a:t>
            </a:r>
          </a:p>
          <a:p>
            <a:pPr marL="342900" indent="-342900">
              <a:buFont typeface="+mj-lt"/>
              <a:buAutoNum type="arabicPeriod"/>
            </a:pPr>
            <a:r>
              <a:rPr lang="it-IT" noProof="0"/>
              <a:t>Ricerca su mappa</a:t>
            </a:r>
          </a:p>
          <a:p>
            <a:pPr marL="342900" indent="-342900">
              <a:buFont typeface="+mj-lt"/>
              <a:buAutoNum type="arabicPeriod"/>
            </a:pPr>
            <a:r>
              <a:rPr lang="it-IT" noProof="0"/>
              <a:t>Inserimento annuncio</a:t>
            </a:r>
          </a:p>
          <a:p>
            <a:r>
              <a:rPr lang="it-IT" b="1" noProof="0"/>
              <a:t>Metriche raccolte</a:t>
            </a:r>
            <a:r>
              <a:rPr lang="it-IT" noProof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Tasso di successo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Tempo medio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Click medi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Errori medi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noProof="0"/>
              <a:t>Richieste di aiuto</a:t>
            </a:r>
          </a:p>
          <a:p>
            <a:endParaRPr lang="it-IT" noProof="0"/>
          </a:p>
          <a:p>
            <a:r>
              <a:rPr lang="it-IT" noProof="0"/>
              <a:t>Somministrata </a:t>
            </a:r>
            <a:r>
              <a:rPr lang="it-IT" b="1" noProof="0"/>
              <a:t>survey</a:t>
            </a:r>
            <a:r>
              <a:rPr lang="it-IT" noProof="0"/>
              <a:t> post-test</a:t>
            </a:r>
          </a:p>
        </p:txBody>
      </p:sp>
    </p:spTree>
    <p:extLst>
      <p:ext uri="{BB962C8B-B14F-4D97-AF65-F5344CB8AC3E}">
        <p14:creationId xmlns:p14="http://schemas.microsoft.com/office/powerpoint/2010/main" val="195077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DC673D-54B0-B016-9521-B8B3D05B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3F171F-6BCD-2AD4-4246-0E163EDB500A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3EC0C9-BD5A-26C4-3CD1-4BDDC22BEF04}"/>
              </a:ext>
            </a:extLst>
          </p:cNvPr>
          <p:cNvSpPr/>
          <p:nvPr/>
        </p:nvSpPr>
        <p:spPr>
          <a:xfrm>
            <a:off x="304800" y="304800"/>
            <a:ext cx="7076661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>
                <a:solidFill>
                  <a:schemeClr val="bg1"/>
                </a:solidFill>
              </a:rPr>
              <a:t>Strumenti di </a:t>
            </a:r>
            <a:r>
              <a:rPr lang="it-IT" sz="3200" b="1" noProof="0" err="1">
                <a:solidFill>
                  <a:schemeClr val="bg1"/>
                </a:solidFill>
              </a:rPr>
              <a:t>versioning</a:t>
            </a:r>
            <a:endParaRPr lang="it-IT" sz="3200" b="1" noProof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2EE850-5F5B-F3AA-61F3-601C106F32F4}"/>
              </a:ext>
            </a:extLst>
          </p:cNvPr>
          <p:cNvSpPr/>
          <p:nvPr/>
        </p:nvSpPr>
        <p:spPr>
          <a:xfrm>
            <a:off x="462708" y="1330118"/>
            <a:ext cx="390434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>
                <a:solidFill>
                  <a:schemeClr val="tx2"/>
                </a:solidFill>
              </a:rPr>
              <a:t>GitHub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3CEC1D0-775A-50F7-BCBC-BDE59F88A457}"/>
              </a:ext>
            </a:extLst>
          </p:cNvPr>
          <p:cNvSpPr/>
          <p:nvPr/>
        </p:nvSpPr>
        <p:spPr>
          <a:xfrm>
            <a:off x="462708" y="1695838"/>
            <a:ext cx="3904343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CF25ECB6-F1CA-DF24-3B29-32E348BF21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08" y="1800180"/>
            <a:ext cx="5232415" cy="458414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6F95FB3-0CAE-A098-9B09-6D787477253B}"/>
              </a:ext>
            </a:extLst>
          </p:cNvPr>
          <p:cNvSpPr txBox="1"/>
          <p:nvPr/>
        </p:nvSpPr>
        <p:spPr>
          <a:xfrm>
            <a:off x="6496879" y="6368534"/>
            <a:ext cx="6377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noProof="0">
                <a:hlinkClick r:id="rId3"/>
              </a:rPr>
              <a:t>https://github.com/fabiodipiernouni/test_ingsw/</a:t>
            </a:r>
            <a:endParaRPr lang="it-IT" noProof="0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1B3D88FF-CE17-FDDC-1B42-52A119561E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51" t="10181" r="13182" b="9566"/>
          <a:stretch>
            <a:fillRect/>
          </a:stretch>
        </p:blipFill>
        <p:spPr>
          <a:xfrm>
            <a:off x="7658078" y="3682645"/>
            <a:ext cx="2473209" cy="2701680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D6D09CEE-0958-BF20-85BA-9B17ABA05A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497" y="1894149"/>
            <a:ext cx="5715000" cy="1664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066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3">
            <a:extLst>
              <a:ext uri="{FF2B5EF4-FFF2-40B4-BE49-F238E27FC236}">
                <a16:creationId xmlns:a16="http://schemas.microsoft.com/office/drawing/2014/main" id="{C08C3B15-E654-52E6-2AEE-08F9D0667027}"/>
              </a:ext>
            </a:extLst>
          </p:cNvPr>
          <p:cNvSpPr/>
          <p:nvPr/>
        </p:nvSpPr>
        <p:spPr>
          <a:xfrm>
            <a:off x="443804" y="1261614"/>
            <a:ext cx="5498199" cy="47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it-IT" sz="2000" b="1" noProof="0" err="1">
                <a:solidFill>
                  <a:schemeClr val="tx2"/>
                </a:solidFill>
              </a:rPr>
              <a:t>SonarQube</a:t>
            </a:r>
            <a:endParaRPr lang="it-IT" sz="2000" b="1" noProof="0">
              <a:solidFill>
                <a:schemeClr val="tx2"/>
              </a:solidFill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40FBF63-1659-29CA-30C6-1093FE63AA6F}"/>
              </a:ext>
            </a:extLst>
          </p:cNvPr>
          <p:cNvSpPr/>
          <p:nvPr/>
        </p:nvSpPr>
        <p:spPr>
          <a:xfrm>
            <a:off x="443804" y="1689212"/>
            <a:ext cx="5498199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 sz="2000" noProof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A947B9D6-F6FA-030A-C1EF-C98182CEF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04" y="1864125"/>
            <a:ext cx="8614057" cy="43700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93678EF-58E4-3F91-F946-8BEE119C1875}"/>
              </a:ext>
            </a:extLst>
          </p:cNvPr>
          <p:cNvSpPr/>
          <p:nvPr/>
        </p:nvSpPr>
        <p:spPr>
          <a:xfrm>
            <a:off x="0" y="0"/>
            <a:ext cx="12192000" cy="1061045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endParaRPr lang="it-IT" sz="2400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DE2598-E3A5-48E2-CCA4-75C1D6B1CFCE}"/>
              </a:ext>
            </a:extLst>
          </p:cNvPr>
          <p:cNvSpPr/>
          <p:nvPr/>
        </p:nvSpPr>
        <p:spPr>
          <a:xfrm>
            <a:off x="304800" y="304800"/>
            <a:ext cx="7076661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56"/>
              </a:lnSpc>
            </a:pPr>
            <a:r>
              <a:rPr lang="it-IT" sz="3200" b="1" noProof="0">
                <a:solidFill>
                  <a:schemeClr val="bg1"/>
                </a:solidFill>
              </a:rPr>
              <a:t>Qualità del codice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286E69B-96CC-B44C-B871-48D8275E5EB0}"/>
              </a:ext>
            </a:extLst>
          </p:cNvPr>
          <p:cNvSpPr txBox="1"/>
          <p:nvPr/>
        </p:nvSpPr>
        <p:spPr>
          <a:xfrm>
            <a:off x="371060" y="6234196"/>
            <a:ext cx="9389165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just">
              <a:lnSpc>
                <a:spcPct val="111000"/>
              </a:lnSpc>
              <a:spcAft>
                <a:spcPts val="650"/>
              </a:spcAft>
              <a:buNone/>
            </a:pPr>
            <a:r>
              <a:rPr lang="it-IT" sz="1800" u="sng" kern="100" noProof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https://sonarcloud.io/summary/new_code?id=dieti25estates_dietiestates25&amp;branch=master</a:t>
            </a:r>
            <a:endParaRPr lang="it-IT" sz="1800" kern="100" noProof="0">
              <a:solidFill>
                <a:srgbClr val="000000"/>
              </a:solidFill>
              <a:effectLst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AB4E5BD-9D48-E408-D8D5-31AF69A23B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23" t="9941" r="10333" b="9886"/>
          <a:stretch>
            <a:fillRect/>
          </a:stretch>
        </p:blipFill>
        <p:spPr>
          <a:xfrm>
            <a:off x="9057862" y="3061253"/>
            <a:ext cx="3081130" cy="312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50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B7AF7C9C6A55D48A50623749F7C3EF3" ma:contentTypeVersion="10" ma:contentTypeDescription="Creare un nuovo documento." ma:contentTypeScope="" ma:versionID="b5a8e8486e0e260cf6db12f2c2527226">
  <xsd:schema xmlns:xsd="http://www.w3.org/2001/XMLSchema" xmlns:xs="http://www.w3.org/2001/XMLSchema" xmlns:p="http://schemas.microsoft.com/office/2006/metadata/properties" xmlns:ns2="bb805d0f-56d6-4aab-bd41-d321f2db0ff0" xmlns:ns3="49c94171-e3e1-4ef9-b025-db101980758b" targetNamespace="http://schemas.microsoft.com/office/2006/metadata/properties" ma:root="true" ma:fieldsID="16ebaffae30cc4fc93754c45da7428ff" ns2:_="" ns3:_="">
    <xsd:import namespace="bb805d0f-56d6-4aab-bd41-d321f2db0ff0"/>
    <xsd:import namespace="49c94171-e3e1-4ef9-b025-db1019807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805d0f-56d6-4aab-bd41-d321f2db0f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94171-e3e1-4ef9-b025-db101980758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8cf1fd1-35aa-4a4c-b9ac-8bc49a80fbbb}" ma:internalName="TaxCatchAll" ma:showField="CatchAllData" ma:web="49c94171-e3e1-4ef9-b025-db1019807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805d0f-56d6-4aab-bd41-d321f2db0ff0">
      <Terms xmlns="http://schemas.microsoft.com/office/infopath/2007/PartnerControls"/>
    </lcf76f155ced4ddcb4097134ff3c332f>
    <TaxCatchAll xmlns="49c94171-e3e1-4ef9-b025-db101980758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CE20E2-B555-45A6-AC32-56E330D8C785}"/>
</file>

<file path=customXml/itemProps2.xml><?xml version="1.0" encoding="utf-8"?>
<ds:datastoreItem xmlns:ds="http://schemas.openxmlformats.org/officeDocument/2006/customXml" ds:itemID="{C8DBF162-8DE9-40AB-8EE8-09CCF26052EC}">
  <ds:schemaRefs>
    <ds:schemaRef ds:uri="49c94171-e3e1-4ef9-b025-db101980758b"/>
    <ds:schemaRef ds:uri="bb805d0f-56d6-4aab-bd41-d321f2db0ff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5F0509C-2CF6-4D82-BB25-A3109127FE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6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Tema di Office</vt:lpstr>
      <vt:lpstr>DietiEstates25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DI MARTINO</dc:creator>
  <cp:revision>1</cp:revision>
  <dcterms:created xsi:type="dcterms:W3CDTF">2025-11-10T21:15:54Z</dcterms:created>
  <dcterms:modified xsi:type="dcterms:W3CDTF">2025-11-11T17:53:27Z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0x0101001B7AF7C9C6A55D48A50623749F7C3EF3</vt:lpwstr>
  </property>
  <property fmtid="{D5CDD505-2E9C-101B-9397-08002B2CF9AE}" pid="4" name="MSIP_Label_2ad0b24d-6422-44b0-b3de-abb3a9e8c81a_SiteId">
    <vt:lpwstr>2fcfe26a-bb62-46b0-b1e3-28f9da0c45fd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SetDate">
    <vt:lpwstr>2025-11-10T22:06:40Z</vt:lpwstr>
  </property>
  <property fmtid="{D5CDD505-2E9C-101B-9397-08002B2CF9AE}" pid="9" name="MSIP_Label_2ad0b24d-6422-44b0-b3de-abb3a9e8c81a_Method">
    <vt:lpwstr>Standard</vt:lpwstr>
  </property>
  <property fmtid="{D5CDD505-2E9C-101B-9397-08002B2CF9AE}" pid="10" name="MSIP_Label_2ad0b24d-6422-44b0-b3de-abb3a9e8c81a_Tag">
    <vt:lpwstr>10, 3, 0, 1</vt:lpwstr>
  </property>
  <property fmtid="{D5CDD505-2E9C-101B-9397-08002B2CF9AE}" pid="11" name="MSIP_Label_2ad0b24d-6422-44b0-b3de-abb3a9e8c81a_ActionId">
    <vt:lpwstr>816f6a3b-7dc8-4c1f-bc69-bebe317b3a6f</vt:lpwstr>
  </property>
</Properties>
</file>